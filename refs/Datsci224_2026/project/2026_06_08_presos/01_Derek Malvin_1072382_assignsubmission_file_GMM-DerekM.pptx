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90909"/>
        </a:solidFill>
        <a:effectLst/>
        <a:uFillTx/>
        <a:latin typeface="Bierstadt"/>
        <a:ea typeface="Bierstadt"/>
        <a:cs typeface="Bierstadt"/>
        <a:sym typeface="Bierstadt"/>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90909"/>
        </a:solidFill>
        <a:effectLst/>
        <a:uFillTx/>
        <a:latin typeface="Bierstadt"/>
        <a:ea typeface="Bierstadt"/>
        <a:cs typeface="Bierstadt"/>
        <a:sym typeface="Bierstadt"/>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90909"/>
        </a:solidFill>
        <a:effectLst/>
        <a:uFillTx/>
        <a:latin typeface="Bierstadt"/>
        <a:ea typeface="Bierstadt"/>
        <a:cs typeface="Bierstadt"/>
        <a:sym typeface="Bierstadt"/>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90909"/>
        </a:solidFill>
        <a:effectLst/>
        <a:uFillTx/>
        <a:latin typeface="Bierstadt"/>
        <a:ea typeface="Bierstadt"/>
        <a:cs typeface="Bierstadt"/>
        <a:sym typeface="Bierstadt"/>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90909"/>
        </a:solidFill>
        <a:effectLst/>
        <a:uFillTx/>
        <a:latin typeface="Bierstadt"/>
        <a:ea typeface="Bierstadt"/>
        <a:cs typeface="Bierstadt"/>
        <a:sym typeface="Bierstadt"/>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90909"/>
        </a:solidFill>
        <a:effectLst/>
        <a:uFillTx/>
        <a:latin typeface="Bierstadt"/>
        <a:ea typeface="Bierstadt"/>
        <a:cs typeface="Bierstadt"/>
        <a:sym typeface="Bierstadt"/>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90909"/>
        </a:solidFill>
        <a:effectLst/>
        <a:uFillTx/>
        <a:latin typeface="Bierstadt"/>
        <a:ea typeface="Bierstadt"/>
        <a:cs typeface="Bierstadt"/>
        <a:sym typeface="Bierstadt"/>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90909"/>
        </a:solidFill>
        <a:effectLst/>
        <a:uFillTx/>
        <a:latin typeface="Bierstadt"/>
        <a:ea typeface="Bierstadt"/>
        <a:cs typeface="Bierstadt"/>
        <a:sym typeface="Bierstadt"/>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90909"/>
        </a:solidFill>
        <a:effectLst/>
        <a:uFillTx/>
        <a:latin typeface="Bierstadt"/>
        <a:ea typeface="Bierstadt"/>
        <a:cs typeface="Bierstadt"/>
        <a:sym typeface="Bierstad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Bierstadt"/>
          <a:ea typeface="Bierstadt"/>
          <a:cs typeface="Bierstadt"/>
        </a:font>
        <a:srgbClr val="09090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CCEF"/>
          </a:solidFill>
        </a:fill>
      </a:tcStyle>
    </a:wholeTbl>
    <a:band2H>
      <a:tcTxStyle b="def" i="def"/>
      <a:tcStyle>
        <a:tcBdr/>
        <a:fill>
          <a:solidFill>
            <a:srgbClr val="E7E7F7"/>
          </a:solidFill>
        </a:fill>
      </a:tcStyle>
    </a:band2H>
    <a:firstCol>
      <a:tcTxStyle b="on" i="off">
        <a:font>
          <a:latin typeface="Bierstadt"/>
          <a:ea typeface="Bierstadt"/>
          <a:cs typeface="Bierstad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Bierstadt"/>
          <a:ea typeface="Bierstadt"/>
          <a:cs typeface="Bierstad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Bierstadt"/>
          <a:ea typeface="Bierstadt"/>
          <a:cs typeface="Bierstad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Bierstadt"/>
          <a:ea typeface="Bierstadt"/>
          <a:cs typeface="Bierstadt"/>
        </a:font>
        <a:srgbClr val="09090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E5F5"/>
          </a:solidFill>
        </a:fill>
      </a:tcStyle>
    </a:wholeTbl>
    <a:band2H>
      <a:tcTxStyle b="def" i="def"/>
      <a:tcStyle>
        <a:tcBdr/>
        <a:fill>
          <a:solidFill>
            <a:srgbClr val="E6F2FA"/>
          </a:solidFill>
        </a:fill>
      </a:tcStyle>
    </a:band2H>
    <a:firstCol>
      <a:tcTxStyle b="on" i="off">
        <a:font>
          <a:latin typeface="Bierstadt"/>
          <a:ea typeface="Bierstadt"/>
          <a:cs typeface="Bierstad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Bierstadt"/>
          <a:ea typeface="Bierstadt"/>
          <a:cs typeface="Bierstad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Bierstadt"/>
          <a:ea typeface="Bierstadt"/>
          <a:cs typeface="Bierstad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Bierstadt"/>
          <a:ea typeface="Bierstadt"/>
          <a:cs typeface="Bierstadt"/>
        </a:font>
        <a:srgbClr val="09090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FE2"/>
          </a:solidFill>
        </a:fill>
      </a:tcStyle>
    </a:wholeTbl>
    <a:band2H>
      <a:tcTxStyle b="def" i="def"/>
      <a:tcStyle>
        <a:tcBdr/>
        <a:fill>
          <a:solidFill>
            <a:srgbClr val="EEF0F1"/>
          </a:solidFill>
        </a:fill>
      </a:tcStyle>
    </a:band2H>
    <a:firstCol>
      <a:tcTxStyle b="on" i="off">
        <a:font>
          <a:latin typeface="Bierstadt"/>
          <a:ea typeface="Bierstadt"/>
          <a:cs typeface="Bierstad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Bierstadt"/>
          <a:ea typeface="Bierstadt"/>
          <a:cs typeface="Bierstad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Bierstadt"/>
          <a:ea typeface="Bierstadt"/>
          <a:cs typeface="Bierstad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Bierstadt"/>
          <a:ea typeface="Bierstadt"/>
          <a:cs typeface="Bierstadt"/>
        </a:font>
        <a:srgbClr val="090909"/>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Bierstadt"/>
          <a:ea typeface="Bierstadt"/>
          <a:cs typeface="Bierstad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Bierstadt"/>
          <a:ea typeface="Bierstadt"/>
          <a:cs typeface="Bierstadt"/>
        </a:font>
        <a:srgbClr val="090909"/>
      </a:tcTxStyle>
      <a:tcStyle>
        <a:tcBdr>
          <a:left>
            <a:ln w="12700" cap="flat">
              <a:noFill/>
              <a:miter lim="400000"/>
            </a:ln>
          </a:left>
          <a:right>
            <a:ln w="12700" cap="flat">
              <a:noFill/>
              <a:miter lim="400000"/>
            </a:ln>
          </a:right>
          <a:top>
            <a:ln w="50800" cap="flat">
              <a:solidFill>
                <a:srgbClr val="090909"/>
              </a:solidFill>
              <a:prstDash val="solid"/>
              <a:round/>
            </a:ln>
          </a:top>
          <a:bottom>
            <a:ln w="25400" cap="flat">
              <a:solidFill>
                <a:srgbClr val="090909"/>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Bierstadt"/>
          <a:ea typeface="Bierstadt"/>
          <a:cs typeface="Bierstadt"/>
        </a:font>
        <a:srgbClr val="FFFFFF"/>
      </a:tcTxStyle>
      <a:tcStyle>
        <a:tcBdr>
          <a:left>
            <a:ln w="12700" cap="flat">
              <a:noFill/>
              <a:miter lim="400000"/>
            </a:ln>
          </a:left>
          <a:right>
            <a:ln w="12700" cap="flat">
              <a:noFill/>
              <a:miter lim="400000"/>
            </a:ln>
          </a:right>
          <a:top>
            <a:ln w="25400" cap="flat">
              <a:solidFill>
                <a:srgbClr val="090909"/>
              </a:solidFill>
              <a:prstDash val="solid"/>
              <a:round/>
            </a:ln>
          </a:top>
          <a:bottom>
            <a:ln w="25400" cap="flat">
              <a:solidFill>
                <a:srgbClr val="090909"/>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Bierstadt"/>
          <a:ea typeface="Bierstadt"/>
          <a:cs typeface="Bierstadt"/>
        </a:font>
        <a:srgbClr val="09090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Bierstadt"/>
          <a:ea typeface="Bierstadt"/>
          <a:cs typeface="Bierstad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90909"/>
          </a:solidFill>
        </a:fill>
      </a:tcStyle>
    </a:firstCol>
    <a:lastRow>
      <a:tcTxStyle b="on" i="off">
        <a:font>
          <a:latin typeface="Bierstadt"/>
          <a:ea typeface="Bierstadt"/>
          <a:cs typeface="Bierstad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90909"/>
          </a:solidFill>
        </a:fill>
      </a:tcStyle>
    </a:lastRow>
    <a:firstRow>
      <a:tcTxStyle b="on" i="off">
        <a:font>
          <a:latin typeface="Bierstadt"/>
          <a:ea typeface="Bierstadt"/>
          <a:cs typeface="Bierstad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90909"/>
          </a:solidFill>
        </a:fill>
      </a:tcStyle>
    </a:firstRow>
  </a:tblStyle>
  <a:tblStyle styleId="{2708684C-4D16-4618-839F-0558EEFCDFE6}" styleName="">
    <a:tblBg/>
    <a:wholeTbl>
      <a:tcTxStyle b="off" i="off">
        <a:font>
          <a:latin typeface="Bierstadt"/>
          <a:ea typeface="Bierstadt"/>
          <a:cs typeface="Bierstadt"/>
        </a:font>
        <a:srgbClr val="090909"/>
      </a:tcTxStyle>
      <a:tcStyle>
        <a:tcBdr>
          <a:left>
            <a:ln w="12700" cap="flat">
              <a:solidFill>
                <a:srgbClr val="090909"/>
              </a:solidFill>
              <a:prstDash val="solid"/>
              <a:round/>
            </a:ln>
          </a:left>
          <a:right>
            <a:ln w="12700" cap="flat">
              <a:solidFill>
                <a:srgbClr val="090909"/>
              </a:solidFill>
              <a:prstDash val="solid"/>
              <a:round/>
            </a:ln>
          </a:right>
          <a:top>
            <a:ln w="12700" cap="flat">
              <a:solidFill>
                <a:srgbClr val="090909"/>
              </a:solidFill>
              <a:prstDash val="solid"/>
              <a:round/>
            </a:ln>
          </a:top>
          <a:bottom>
            <a:ln w="12700" cap="flat">
              <a:solidFill>
                <a:srgbClr val="090909"/>
              </a:solidFill>
              <a:prstDash val="solid"/>
              <a:round/>
            </a:ln>
          </a:bottom>
          <a:insideH>
            <a:ln w="12700" cap="flat">
              <a:solidFill>
                <a:srgbClr val="090909"/>
              </a:solidFill>
              <a:prstDash val="solid"/>
              <a:round/>
            </a:ln>
          </a:insideH>
          <a:insideV>
            <a:ln w="12700" cap="flat">
              <a:solidFill>
                <a:srgbClr val="090909"/>
              </a:solidFill>
              <a:prstDash val="solid"/>
              <a:round/>
            </a:ln>
          </a:insideV>
        </a:tcBdr>
        <a:fill>
          <a:solidFill>
            <a:srgbClr val="090909">
              <a:alpha val="20000"/>
            </a:srgbClr>
          </a:solidFill>
        </a:fill>
      </a:tcStyle>
    </a:wholeTbl>
    <a:band2H>
      <a:tcTxStyle b="def" i="def"/>
      <a:tcStyle>
        <a:tcBdr/>
        <a:fill>
          <a:solidFill>
            <a:srgbClr val="FFFFFF"/>
          </a:solidFill>
        </a:fill>
      </a:tcStyle>
    </a:band2H>
    <a:firstCol>
      <a:tcTxStyle b="on" i="off">
        <a:font>
          <a:latin typeface="Bierstadt"/>
          <a:ea typeface="Bierstadt"/>
          <a:cs typeface="Bierstadt"/>
        </a:font>
        <a:srgbClr val="090909"/>
      </a:tcTxStyle>
      <a:tcStyle>
        <a:tcBdr>
          <a:left>
            <a:ln w="12700" cap="flat">
              <a:solidFill>
                <a:srgbClr val="090909"/>
              </a:solidFill>
              <a:prstDash val="solid"/>
              <a:round/>
            </a:ln>
          </a:left>
          <a:right>
            <a:ln w="12700" cap="flat">
              <a:solidFill>
                <a:srgbClr val="090909"/>
              </a:solidFill>
              <a:prstDash val="solid"/>
              <a:round/>
            </a:ln>
          </a:right>
          <a:top>
            <a:ln w="12700" cap="flat">
              <a:solidFill>
                <a:srgbClr val="090909"/>
              </a:solidFill>
              <a:prstDash val="solid"/>
              <a:round/>
            </a:ln>
          </a:top>
          <a:bottom>
            <a:ln w="12700" cap="flat">
              <a:solidFill>
                <a:srgbClr val="090909"/>
              </a:solidFill>
              <a:prstDash val="solid"/>
              <a:round/>
            </a:ln>
          </a:bottom>
          <a:insideH>
            <a:ln w="12700" cap="flat">
              <a:solidFill>
                <a:srgbClr val="090909"/>
              </a:solidFill>
              <a:prstDash val="solid"/>
              <a:round/>
            </a:ln>
          </a:insideH>
          <a:insideV>
            <a:ln w="12700" cap="flat">
              <a:solidFill>
                <a:srgbClr val="090909"/>
              </a:solidFill>
              <a:prstDash val="solid"/>
              <a:round/>
            </a:ln>
          </a:insideV>
        </a:tcBdr>
        <a:fill>
          <a:solidFill>
            <a:srgbClr val="090909">
              <a:alpha val="20000"/>
            </a:srgbClr>
          </a:solidFill>
        </a:fill>
      </a:tcStyle>
    </a:firstCol>
    <a:lastRow>
      <a:tcTxStyle b="on" i="off">
        <a:font>
          <a:latin typeface="Bierstadt"/>
          <a:ea typeface="Bierstadt"/>
          <a:cs typeface="Bierstadt"/>
        </a:font>
        <a:srgbClr val="090909"/>
      </a:tcTxStyle>
      <a:tcStyle>
        <a:tcBdr>
          <a:left>
            <a:ln w="12700" cap="flat">
              <a:solidFill>
                <a:srgbClr val="090909"/>
              </a:solidFill>
              <a:prstDash val="solid"/>
              <a:round/>
            </a:ln>
          </a:left>
          <a:right>
            <a:ln w="12700" cap="flat">
              <a:solidFill>
                <a:srgbClr val="090909"/>
              </a:solidFill>
              <a:prstDash val="solid"/>
              <a:round/>
            </a:ln>
          </a:right>
          <a:top>
            <a:ln w="50800" cap="flat">
              <a:solidFill>
                <a:srgbClr val="090909"/>
              </a:solidFill>
              <a:prstDash val="solid"/>
              <a:round/>
            </a:ln>
          </a:top>
          <a:bottom>
            <a:ln w="12700" cap="flat">
              <a:solidFill>
                <a:srgbClr val="090909"/>
              </a:solidFill>
              <a:prstDash val="solid"/>
              <a:round/>
            </a:ln>
          </a:bottom>
          <a:insideH>
            <a:ln w="12700" cap="flat">
              <a:solidFill>
                <a:srgbClr val="090909"/>
              </a:solidFill>
              <a:prstDash val="solid"/>
              <a:round/>
            </a:ln>
          </a:insideH>
          <a:insideV>
            <a:ln w="12700" cap="flat">
              <a:solidFill>
                <a:srgbClr val="090909"/>
              </a:solidFill>
              <a:prstDash val="solid"/>
              <a:round/>
            </a:ln>
          </a:insideV>
        </a:tcBdr>
        <a:fill>
          <a:noFill/>
        </a:fill>
      </a:tcStyle>
    </a:lastRow>
    <a:firstRow>
      <a:tcTxStyle b="on" i="off">
        <a:font>
          <a:latin typeface="Bierstadt"/>
          <a:ea typeface="Bierstadt"/>
          <a:cs typeface="Bierstadt"/>
        </a:font>
        <a:srgbClr val="090909"/>
      </a:tcTxStyle>
      <a:tcStyle>
        <a:tcBdr>
          <a:left>
            <a:ln w="12700" cap="flat">
              <a:solidFill>
                <a:srgbClr val="090909"/>
              </a:solidFill>
              <a:prstDash val="solid"/>
              <a:round/>
            </a:ln>
          </a:left>
          <a:right>
            <a:ln w="12700" cap="flat">
              <a:solidFill>
                <a:srgbClr val="090909"/>
              </a:solidFill>
              <a:prstDash val="solid"/>
              <a:round/>
            </a:ln>
          </a:right>
          <a:top>
            <a:ln w="12700" cap="flat">
              <a:solidFill>
                <a:srgbClr val="090909"/>
              </a:solidFill>
              <a:prstDash val="solid"/>
              <a:round/>
            </a:ln>
          </a:top>
          <a:bottom>
            <a:ln w="25400" cap="flat">
              <a:solidFill>
                <a:srgbClr val="090909"/>
              </a:solidFill>
              <a:prstDash val="solid"/>
              <a:round/>
            </a:ln>
          </a:bottom>
          <a:insideH>
            <a:ln w="12700" cap="flat">
              <a:solidFill>
                <a:srgbClr val="090909"/>
              </a:solidFill>
              <a:prstDash val="solid"/>
              <a:round/>
            </a:ln>
          </a:insideH>
          <a:insideV>
            <a:ln w="12700" cap="flat">
              <a:solidFill>
                <a:srgbClr val="090909"/>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570" name="Shape 570"/>
          <p:cNvSpPr/>
          <p:nvPr>
            <p:ph type="sldImg"/>
          </p:nvPr>
        </p:nvSpPr>
        <p:spPr>
          <a:xfrm>
            <a:off x="1143000" y="685800"/>
            <a:ext cx="4572000" cy="3429000"/>
          </a:xfrm>
          <a:prstGeom prst="rect">
            <a:avLst/>
          </a:prstGeom>
        </p:spPr>
        <p:txBody>
          <a:bodyPr/>
          <a:lstStyle/>
          <a:p>
            <a:pPr/>
          </a:p>
        </p:txBody>
      </p:sp>
      <p:sp>
        <p:nvSpPr>
          <p:cNvPr id="571" name="Shape 571"/>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ptos"/>
      </a:defRPr>
    </a:lvl1pPr>
    <a:lvl2pPr indent="228600" latinLnBrk="0">
      <a:defRPr sz="1200">
        <a:latin typeface="+mn-lt"/>
        <a:ea typeface="+mn-ea"/>
        <a:cs typeface="+mn-cs"/>
        <a:sym typeface="Aptos"/>
      </a:defRPr>
    </a:lvl2pPr>
    <a:lvl3pPr indent="457200" latinLnBrk="0">
      <a:defRPr sz="1200">
        <a:latin typeface="+mn-lt"/>
        <a:ea typeface="+mn-ea"/>
        <a:cs typeface="+mn-cs"/>
        <a:sym typeface="Aptos"/>
      </a:defRPr>
    </a:lvl3pPr>
    <a:lvl4pPr indent="685800" latinLnBrk="0">
      <a:defRPr sz="1200">
        <a:latin typeface="+mn-lt"/>
        <a:ea typeface="+mn-ea"/>
        <a:cs typeface="+mn-cs"/>
        <a:sym typeface="Aptos"/>
      </a:defRPr>
    </a:lvl4pPr>
    <a:lvl5pPr indent="914400" latinLnBrk="0">
      <a:defRPr sz="1200">
        <a:latin typeface="+mn-lt"/>
        <a:ea typeface="+mn-ea"/>
        <a:cs typeface="+mn-cs"/>
        <a:sym typeface="Aptos"/>
      </a:defRPr>
    </a:lvl5pPr>
    <a:lvl6pPr indent="1143000" latinLnBrk="0">
      <a:defRPr sz="1200">
        <a:latin typeface="+mn-lt"/>
        <a:ea typeface="+mn-ea"/>
        <a:cs typeface="+mn-cs"/>
        <a:sym typeface="Aptos"/>
      </a:defRPr>
    </a:lvl6pPr>
    <a:lvl7pPr indent="1371600" latinLnBrk="0">
      <a:defRPr sz="1200">
        <a:latin typeface="+mn-lt"/>
        <a:ea typeface="+mn-ea"/>
        <a:cs typeface="+mn-cs"/>
        <a:sym typeface="Aptos"/>
      </a:defRPr>
    </a:lvl7pPr>
    <a:lvl8pPr indent="1600200" latinLnBrk="0">
      <a:defRPr sz="1200">
        <a:latin typeface="+mn-lt"/>
        <a:ea typeface="+mn-ea"/>
        <a:cs typeface="+mn-cs"/>
        <a:sym typeface="Aptos"/>
      </a:defRPr>
    </a:lvl8pPr>
    <a:lvl9pPr indent="1828800" latinLnBrk="0">
      <a:defRPr sz="1200">
        <a:latin typeface="+mn-lt"/>
        <a:ea typeface="+mn-ea"/>
        <a:cs typeface="+mn-cs"/>
        <a:sym typeface="Aptos"/>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8" name="Shape 578"/>
          <p:cNvSpPr/>
          <p:nvPr>
            <p:ph type="sldImg"/>
          </p:nvPr>
        </p:nvSpPr>
        <p:spPr>
          <a:prstGeom prst="rect">
            <a:avLst/>
          </a:prstGeom>
        </p:spPr>
        <p:txBody>
          <a:bodyPr/>
          <a:lstStyle/>
          <a:p>
            <a:pPr/>
          </a:p>
        </p:txBody>
      </p:sp>
      <p:sp>
        <p:nvSpPr>
          <p:cNvPr id="579" name="Shape 579"/>
          <p:cNvSpPr/>
          <p:nvPr>
            <p:ph type="body" sz="quarter" idx="1"/>
          </p:nvPr>
        </p:nvSpPr>
        <p:spPr>
          <a:prstGeom prst="rect">
            <a:avLst/>
          </a:prstGeom>
        </p:spPr>
        <p:txBody>
          <a:bodyPr/>
          <a:lstStyle/>
          <a:p>
            <a:pPr/>
            <a:r>
              <a:t>Good morning everyone. My name is Derek and today I'll be presenting on Gaussian Mixture Models, which is a machine learning algorithm used for unsupervised clustering.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8" name="Shape 588"/>
          <p:cNvSpPr/>
          <p:nvPr>
            <p:ph type="sldImg"/>
          </p:nvPr>
        </p:nvSpPr>
        <p:spPr>
          <a:prstGeom prst="rect">
            <a:avLst/>
          </a:prstGeom>
        </p:spPr>
        <p:txBody>
          <a:bodyPr/>
          <a:lstStyle/>
          <a:p>
            <a:pPr/>
          </a:p>
        </p:txBody>
      </p:sp>
      <p:sp>
        <p:nvSpPr>
          <p:cNvPr id="589" name="Shape 589"/>
          <p:cNvSpPr/>
          <p:nvPr>
            <p:ph type="body" sz="quarter" idx="1"/>
          </p:nvPr>
        </p:nvSpPr>
        <p:spPr>
          <a:prstGeom prst="rect">
            <a:avLst/>
          </a:prstGeom>
        </p:spPr>
        <p:txBody>
          <a:bodyPr/>
          <a:lstStyle/>
          <a:p>
            <a:pPr/>
            <a:r>
              <a:t>In many machine learning problems, we have data but no labels telling us which group each point belongs to. On the left is what the model actually sees , which is just a cloud of points with no information about what they represent.</a:t>
            </a:r>
          </a:p>
          <a:p>
            <a:pPr/>
          </a:p>
          <a:p>
            <a:pPr/>
            <a:r>
              <a:t>But when we reveal the true labels on the right, we can see that two groups do exist and that they're just not perfectly separated. There's also some overlap in the middle which can make classification difficult.</a:t>
            </a:r>
          </a:p>
          <a:p>
            <a:pPr/>
          </a:p>
          <a:p>
            <a:pPr/>
            <a:r>
              <a:t>So the question becomes: can an algorithm find these groups on its own, using only the measurements? And not just find them, but tell us how confident it is that each point belongs to each group. and that's exactly what a Gaussian Mixture Model is designed to do.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9" name="Shape 599"/>
          <p:cNvSpPr/>
          <p:nvPr>
            <p:ph type="sldImg"/>
          </p:nvPr>
        </p:nvSpPr>
        <p:spPr>
          <a:prstGeom prst="rect">
            <a:avLst/>
          </a:prstGeom>
        </p:spPr>
        <p:txBody>
          <a:bodyPr/>
          <a:lstStyle/>
          <a:p>
            <a:pPr/>
          </a:p>
        </p:txBody>
      </p:sp>
      <p:sp>
        <p:nvSpPr>
          <p:cNvPr id="600" name="Shape 600"/>
          <p:cNvSpPr/>
          <p:nvPr>
            <p:ph type="body" sz="quarter" idx="1"/>
          </p:nvPr>
        </p:nvSpPr>
        <p:spPr>
          <a:prstGeom prst="rect">
            <a:avLst/>
          </a:prstGeom>
        </p:spPr>
        <p:txBody>
          <a:bodyPr/>
          <a:lstStyle/>
          <a:p>
            <a:pPr/>
            <a:r>
              <a:t>Now that we've seen the problem, let's talk about the solution.</a:t>
            </a:r>
          </a:p>
          <a:p>
            <a:pPr/>
          </a:p>
          <a:p>
            <a:pPr/>
            <a:r>
              <a:t>A Gaussian Mixture Model, or GMM, assumes that our data is made up of multiple underlying groups. Each of those groups is represented by a Gaussian distribution, a bell-shaped curve with its own center and spread.</a:t>
            </a:r>
          </a:p>
          <a:p>
            <a:pPr/>
          </a:p>
          <a:p>
            <a:pPr/>
            <a:r>
              <a:t>In this figure, each bell curve represents a different cluster. The overall dataset is modeled as a mixture of these distributions, which is where the name Gaussian Mixture Model comes from.</a:t>
            </a:r>
          </a:p>
          <a:p>
            <a:pPr/>
          </a:p>
          <a:p>
            <a:pPr/>
            <a:r>
              <a:t>One important thing to notice is that the curves overlap. In real data, observations do not always belong clearly to one group or another. Unlike methods such as K-Means, GMM does not make a strict yes-or-no assignment. Instead, it estimates the probability that an observation belongs to each cluster.</a:t>
            </a:r>
          </a:p>
          <a:p>
            <a:pPr/>
          </a:p>
          <a:p>
            <a:pPr/>
            <a:r>
              <a:t>For example, a point might have a 90% probability of belonging to one cluster and a 10% probability of belonging to another. This is known as soft clustering.</a:t>
            </a:r>
          </a:p>
          <a:p>
            <a:pPr/>
            <a:r>
              <a:t>This probabilistic approach makes GMM especially useful when groups are not perfectly separated.</a:t>
            </a:r>
          </a:p>
          <a:p>
            <a:pPr/>
          </a:p>
          <a:p>
            <a:pPr/>
            <a:r>
              <a:t>So the next question is: how does GMM mathematically represent these distributions and estimate those probabilities?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6" name="Shape 626"/>
          <p:cNvSpPr/>
          <p:nvPr>
            <p:ph type="sldImg"/>
          </p:nvPr>
        </p:nvSpPr>
        <p:spPr>
          <a:prstGeom prst="rect">
            <a:avLst/>
          </a:prstGeom>
        </p:spPr>
        <p:txBody>
          <a:bodyPr/>
          <a:lstStyle/>
          <a:p>
            <a:pPr/>
          </a:p>
        </p:txBody>
      </p:sp>
      <p:sp>
        <p:nvSpPr>
          <p:cNvPr id="627" name="Shape 627"/>
          <p:cNvSpPr/>
          <p:nvPr>
            <p:ph type="body" sz="quarter" idx="1"/>
          </p:nvPr>
        </p:nvSpPr>
        <p:spPr>
          <a:prstGeom prst="rect">
            <a:avLst/>
          </a:prstGeom>
        </p:spPr>
        <p:txBody>
          <a:bodyPr/>
          <a:lstStyle/>
          <a:p>
            <a:pPr/>
            <a:r>
              <a:t>This is describing the same idea we saw on the previous slide.</a:t>
            </a:r>
          </a:p>
          <a:p>
            <a:pPr/>
          </a:p>
          <a:p>
            <a:pPr/>
            <a:r>
              <a:t>At the end of the day, this is just asking a simple question for every single data point in our dataset,  which bell curve explains it the best? We have K amount of bell curves, and each one gets a chance to claim that point. Some will say 'that point looks like it belongs to me' and some won't. We take all of those answers, weight them by how important each bell curve is, and add them up. The result is a probability and not a hard label that forces the point into one box, but a probability that tells us how confident we are about where it belongs.</a:t>
            </a:r>
          </a:p>
          <a:p>
            <a:pPr/>
          </a:p>
          <a:p>
            <a:pPr/>
            <a:r>
              <a:t>Each cluster has a center, represented by μ, a spread and shape represented by Σ, and a weight represented by π.</a:t>
            </a:r>
          </a:p>
          <a:p>
            <a:pPr>
              <a:defRPr i="1"/>
            </a:pPr>
          </a:p>
          <a:p>
            <a:pPr>
              <a:defRPr i="1"/>
            </a:pPr>
            <a:r>
              <a:t>(point at image)</a:t>
            </a:r>
          </a:p>
          <a:p>
            <a:pPr/>
            <a:r>
              <a:t>Looking at the image here on the right side, The stars represent the cluster centers, while the ellipses show the spread of each Gaussian distribution.</a:t>
            </a:r>
          </a:p>
          <a:p>
            <a:pPr>
              <a:defRPr i="1"/>
            </a:pPr>
          </a:p>
          <a:p>
            <a:pPr>
              <a:defRPr i="1"/>
            </a:pPr>
            <a:r>
              <a:t>(point at EM workflow)</a:t>
            </a:r>
          </a:p>
          <a:p>
            <a:pPr/>
            <a:r>
              <a:t>Now looking below that image, we have the Expectation-Maximization Workflow. To estimate these parameters, GMM uses the Expectation-Maximization algorithm. The E-step estimates cluster probabilities, and the M-step updates the parameters. This process repeats until the clusters stabilize.</a:t>
            </a:r>
          </a:p>
          <a:p>
            <a:pPr>
              <a:defRPr i="1"/>
            </a:pPr>
          </a:p>
          <a:p>
            <a:pPr>
              <a:defRPr i="1"/>
            </a:pPr>
            <a:r>
              <a:t>(point at assumptions)</a:t>
            </a:r>
          </a:p>
          <a:p>
            <a:pPr/>
            <a:r>
              <a:t>The model assumes that clusters are approximately Gaussian, observations are independent, and that the number of clusters must be specified in advance and in our case we chose K=2 because we know there are two diagnostic groups.</a:t>
            </a:r>
          </a:p>
          <a:p>
            <a:pPr/>
          </a:p>
          <a:p>
            <a:pPr/>
            <a:r>
              <a:t>Equation in plain English: For any data point, we compute a weighted sum across all K Gaussians. Each Gaussian has a center, a shape, and a weight. The equation gives us the overall probability of that data point under the mixture — and the cluster whose Gaussian gives the highest probability is where that point most likely belongs.​</a:t>
            </a:r>
            <a:r>
              <a:rPr>
                <a:solidFill>
                  <a:srgbClr val="121212"/>
                </a:solidFill>
              </a:rPr>
              <a:t>or any data point, we compute a weighted sum across all K Gaussians. Each Gaussian has a center, a shape, and a weight. The equation gives us the overall probability of that data point under the mixture — and the cluster whose Gaussian gives the highest probability is where that point most likely belongs.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2" name="Shape 642"/>
          <p:cNvSpPr/>
          <p:nvPr>
            <p:ph type="sldImg"/>
          </p:nvPr>
        </p:nvSpPr>
        <p:spPr>
          <a:prstGeom prst="rect">
            <a:avLst/>
          </a:prstGeom>
        </p:spPr>
        <p:txBody>
          <a:bodyPr/>
          <a:lstStyle/>
          <a:p>
            <a:pPr/>
          </a:p>
        </p:txBody>
      </p:sp>
      <p:sp>
        <p:nvSpPr>
          <p:cNvPr id="643" name="Shape 643"/>
          <p:cNvSpPr/>
          <p:nvPr>
            <p:ph type="body" sz="quarter" idx="1"/>
          </p:nvPr>
        </p:nvSpPr>
        <p:spPr>
          <a:prstGeom prst="rect">
            <a:avLst/>
          </a:prstGeom>
        </p:spPr>
        <p:txBody>
          <a:bodyPr/>
          <a:lstStyle/>
          <a:p>
            <a:pPr/>
            <a:r>
              <a:t>To demonstrate GMM, I applied it to the Wisconsin Breast Cancer Dataset, which contains 569 tumor samples and 30 diagnostic features.</a:t>
            </a:r>
          </a:p>
          <a:p>
            <a:pPr/>
          </a:p>
          <a:p>
            <a:pPr/>
            <a:r>
              <a:t>Although the benign and malignant labels are known, I treated this as an unsupervised learning problem and did not provide those labels to the model.</a:t>
            </a:r>
          </a:p>
          <a:p>
            <a:pPr/>
          </a:p>
          <a:p>
            <a:pPr/>
            <a:r>
              <a:t>The figure on the left shows the clusters identified by GMM, while the figure on the right shows the actual diagnostic labels.</a:t>
            </a:r>
          </a:p>
          <a:p>
            <a:pPr/>
          </a:p>
          <a:p>
            <a:pPr/>
            <a:r>
              <a:t>Notice that the two visualizations are very similar. This suggests that the dataset contains natural cluster structure that aligns well with the Gaussian assumptions of GMM, making the dataset a good candidate for Gaussian Mixture Modeling.</a:t>
            </a:r>
          </a:p>
          <a:p>
            <a:pPr/>
          </a:p>
          <a:p>
            <a:pPr/>
            <a:r>
              <a:t>For this analysis, I specified K = 2 because the dataset contains two known diagnostic groups: benign and malignant tumors.</a:t>
            </a:r>
          </a:p>
          <a:p>
            <a:pPr/>
          </a:p>
          <a:p>
            <a:pPr/>
            <a:r>
              <a:t>However, in real-world datasets, the true number of clusters is often unknown. In those cases, data scientists commonly use statistical criteria such as BIC (Bayesian Information Criterion) to help identify an appropriate value for 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8" name="Shape 648"/>
          <p:cNvSpPr/>
          <p:nvPr>
            <p:ph type="sldImg"/>
          </p:nvPr>
        </p:nvSpPr>
        <p:spPr>
          <a:prstGeom prst="rect">
            <a:avLst/>
          </a:prstGeom>
        </p:spPr>
        <p:txBody>
          <a:bodyPr/>
          <a:lstStyle/>
          <a:p>
            <a:pPr/>
          </a:p>
        </p:txBody>
      </p:sp>
      <p:sp>
        <p:nvSpPr>
          <p:cNvPr id="649" name="Shape 649"/>
          <p:cNvSpPr/>
          <p:nvPr>
            <p:ph type="body" sz="quarter" idx="1"/>
          </p:nvPr>
        </p:nvSpPr>
        <p:spPr>
          <a:prstGeom prst="rect">
            <a:avLst/>
          </a:prstGeom>
        </p:spPr>
        <p:txBody>
          <a:bodyPr/>
          <a:lstStyle/>
          <a:p>
            <a:pPr/>
            <a:r>
              <a:t>Using a Gaussian Mixture Model with K equal to 2, the model achieved an AUC of 0.97 , A recall of 95% for Benign and 92.5% for Malignant. Overall, these results suggest that even without any labels during training, GMM successfully identified meaningful underlying structure that closely matches the true diagnostic groups.</a:t>
            </a:r>
          </a:p>
          <a:p>
            <a:pPr/>
            <a:r>
              <a:t>Thank you</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2" name="Shape 652"/>
          <p:cNvSpPr/>
          <p:nvPr>
            <p:ph type="sldImg"/>
          </p:nvPr>
        </p:nvSpPr>
        <p:spPr>
          <a:prstGeom prst="rect">
            <a:avLst/>
          </a:prstGeom>
        </p:spPr>
        <p:txBody>
          <a:bodyPr/>
          <a:lstStyle/>
          <a:p>
            <a:pPr/>
          </a:p>
        </p:txBody>
      </p:sp>
      <p:sp>
        <p:nvSpPr>
          <p:cNvPr id="653" name="Shape 653"/>
          <p:cNvSpPr/>
          <p:nvPr>
            <p:ph type="body" sz="quarter" idx="1"/>
          </p:nvPr>
        </p:nvSpPr>
        <p:spPr>
          <a:prstGeom prst="rect">
            <a:avLst/>
          </a:prstGeom>
        </p:spPr>
        <p:txBody>
          <a:bodyPr/>
          <a:lstStyle/>
          <a:p>
            <a:pPr/>
            <a:r>
              <a:t>Question: How exactly does the EM work?</a:t>
            </a:r>
          </a:p>
          <a:p>
            <a:pPr/>
            <a:r>
              <a:t>A:The E-step takes the current Gaussians and computes the probability that each data point belongs to each cluster. The M-step then takes those probabilities and updates all three parameters — the cluster centers, the shapes, and the mixing weights — to maximize how well the model explains the data. Then you repeat until nothing changes meaningfully.</a:t>
            </a:r>
          </a:p>
          <a:p>
            <a:pPr/>
          </a:p>
          <a:p>
            <a:pPr/>
          </a:p>
          <a:p>
            <a:pPr/>
            <a:r>
              <a:t>Question: How does BIC determine the amount of K?</a:t>
            </a:r>
          </a:p>
          <a:p>
            <a:pPr/>
            <a:r>
              <a:t>A: BIC keeps asking :  does adding one more cluster explain the data meaningfully better, or are we just adding complexity for no real gain? When the answer becomes no, that's your K.</a:t>
            </a:r>
          </a:p>
          <a:p>
            <a:pPr/>
            <a:r>
              <a:t>BIC fits a GMM for each value of K and scores each one by how well it fits the data minus a penalty for complexity. The K with the lowest score is where adding more clusters stops being worth it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1">
    <p:spTree>
      <p:nvGrpSpPr>
        <p:cNvPr id="1" name=""/>
        <p:cNvGrpSpPr/>
        <p:nvPr/>
      </p:nvGrpSpPr>
      <p:grpSpPr>
        <a:xfrm>
          <a:off x="0" y="0"/>
          <a:ext cx="0" cy="0"/>
          <a:chOff x="0" y="0"/>
          <a:chExt cx="0" cy="0"/>
        </a:xfrm>
      </p:grpSpPr>
      <p:sp>
        <p:nvSpPr>
          <p:cNvPr id="12" name="Rectangle 6"/>
          <p:cNvSpPr/>
          <p:nvPr/>
        </p:nvSpPr>
        <p:spPr>
          <a:xfrm>
            <a:off x="0" y="-1"/>
            <a:ext cx="12192001" cy="4939395"/>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13" name="Title Text"/>
          <p:cNvSpPr txBox="1"/>
          <p:nvPr>
            <p:ph type="title"/>
          </p:nvPr>
        </p:nvSpPr>
        <p:spPr>
          <a:xfrm>
            <a:off x="449279" y="441434"/>
            <a:ext cx="7550921" cy="3743005"/>
          </a:xfrm>
          <a:prstGeom prst="rect">
            <a:avLst/>
          </a:prstGeom>
        </p:spPr>
        <p:txBody>
          <a:bodyPr anchor="t"/>
          <a:lstStyle>
            <a:lvl1pPr>
              <a:defRPr sz="7000"/>
            </a:lvl1pPr>
          </a:lstStyle>
          <a:p>
            <a:pPr/>
            <a:r>
              <a:t>Title Text</a:t>
            </a:r>
          </a:p>
        </p:txBody>
      </p:sp>
      <p:sp>
        <p:nvSpPr>
          <p:cNvPr id="14" name="Body Level One…"/>
          <p:cNvSpPr txBox="1"/>
          <p:nvPr>
            <p:ph type="body" sz="quarter" idx="1"/>
          </p:nvPr>
        </p:nvSpPr>
        <p:spPr>
          <a:xfrm>
            <a:off x="457198" y="5479641"/>
            <a:ext cx="9135838" cy="775045"/>
          </a:xfrm>
          <a:prstGeom prst="rect">
            <a:avLst/>
          </a:prstGeom>
        </p:spPr>
        <p:txBody>
          <a:bodyPr anchor="ctr"/>
          <a:lstStyle>
            <a:lvl1pPr marL="0" indent="0">
              <a:buSzTx/>
              <a:buFontTx/>
              <a:buNone/>
              <a:defRPr sz="2400">
                <a:solidFill>
                  <a:schemeClr val="accent1"/>
                </a:solidFill>
              </a:defRPr>
            </a:lvl1pPr>
            <a:lvl2pPr marL="0" indent="457200">
              <a:buSzTx/>
              <a:buFontTx/>
              <a:buNone/>
              <a:defRPr sz="2400">
                <a:solidFill>
                  <a:schemeClr val="accent1"/>
                </a:solidFill>
              </a:defRPr>
            </a:lvl2pPr>
            <a:lvl3pPr marL="0" indent="914400">
              <a:buSzTx/>
              <a:buFontTx/>
              <a:buNone/>
              <a:defRPr sz="2400">
                <a:solidFill>
                  <a:schemeClr val="accent1"/>
                </a:solidFill>
              </a:defRPr>
            </a:lvl3pPr>
            <a:lvl4pPr marL="0" indent="1371600">
              <a:buSzTx/>
              <a:buFontTx/>
              <a:buNone/>
              <a:defRPr sz="2400">
                <a:solidFill>
                  <a:schemeClr val="accent1"/>
                </a:solidFill>
              </a:defRPr>
            </a:lvl4pPr>
            <a:lvl5pPr marL="0" indent="1828800">
              <a:buSzTx/>
              <a:buFontTx/>
              <a:buNone/>
              <a:defRPr sz="2400">
                <a:solidFill>
                  <a:schemeClr val="accent1"/>
                </a:solidFill>
              </a:defRPr>
            </a:lvl5pPr>
          </a:lstStyle>
          <a:p>
            <a:pPr/>
            <a:r>
              <a:t>Body Level One</a:t>
            </a:r>
          </a:p>
          <a:p>
            <a:pPr lvl="1"/>
            <a:r>
              <a:t>Body Level Two</a:t>
            </a:r>
          </a:p>
          <a:p>
            <a:pPr lvl="2"/>
            <a:r>
              <a:t>Body Level Three</a:t>
            </a:r>
          </a:p>
          <a:p>
            <a:pPr lvl="3"/>
            <a:r>
              <a:t>Body Level Four</a:t>
            </a:r>
          </a:p>
          <a:p>
            <a:pPr lvl="4"/>
            <a:r>
              <a:t>Body Level Five</a:t>
            </a:r>
          </a:p>
        </p:txBody>
      </p:sp>
      <p:sp>
        <p:nvSpPr>
          <p:cNvPr id="1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2">
    <p:spTree>
      <p:nvGrpSpPr>
        <p:cNvPr id="1" name=""/>
        <p:cNvGrpSpPr/>
        <p:nvPr/>
      </p:nvGrpSpPr>
      <p:grpSpPr>
        <a:xfrm>
          <a:off x="0" y="0"/>
          <a:ext cx="0" cy="0"/>
          <a:chOff x="0" y="0"/>
          <a:chExt cx="0" cy="0"/>
        </a:xfrm>
      </p:grpSpPr>
      <p:sp>
        <p:nvSpPr>
          <p:cNvPr id="22" name="Rectangle 6"/>
          <p:cNvSpPr/>
          <p:nvPr/>
        </p:nvSpPr>
        <p:spPr>
          <a:xfrm>
            <a:off x="0" y="-1"/>
            <a:ext cx="12192001" cy="4939395"/>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23" name="Title Text"/>
          <p:cNvSpPr txBox="1"/>
          <p:nvPr>
            <p:ph type="title"/>
          </p:nvPr>
        </p:nvSpPr>
        <p:spPr>
          <a:xfrm>
            <a:off x="449279" y="441434"/>
            <a:ext cx="7550921" cy="3743005"/>
          </a:xfrm>
          <a:prstGeom prst="rect">
            <a:avLst/>
          </a:prstGeom>
        </p:spPr>
        <p:txBody>
          <a:bodyPr anchor="t"/>
          <a:lstStyle>
            <a:lvl1pPr>
              <a:defRPr sz="8000">
                <a:solidFill>
                  <a:schemeClr val="accent1"/>
                </a:solidFill>
              </a:defRPr>
            </a:lvl1pPr>
          </a:lstStyle>
          <a:p>
            <a:pPr/>
            <a:r>
              <a:t>Title Text</a:t>
            </a:r>
          </a:p>
        </p:txBody>
      </p:sp>
      <p:sp>
        <p:nvSpPr>
          <p:cNvPr id="24" name="Body Level One…"/>
          <p:cNvSpPr txBox="1"/>
          <p:nvPr>
            <p:ph type="body" sz="quarter" idx="1"/>
          </p:nvPr>
        </p:nvSpPr>
        <p:spPr>
          <a:xfrm>
            <a:off x="457198" y="5479641"/>
            <a:ext cx="9135838" cy="775045"/>
          </a:xfrm>
          <a:prstGeom prst="rect">
            <a:avLst/>
          </a:prstGeom>
        </p:spPr>
        <p:txBody>
          <a:bodyPr anchor="ctr"/>
          <a:lstStyle>
            <a:lvl1pPr marL="0" indent="0">
              <a:buSzTx/>
              <a:buFontTx/>
              <a:buNone/>
              <a:defRPr sz="2200"/>
            </a:lvl1pPr>
            <a:lvl2pPr marL="0" indent="457200">
              <a:buSzTx/>
              <a:buFontTx/>
              <a:buNone/>
              <a:defRPr sz="2200"/>
            </a:lvl2pPr>
            <a:lvl3pPr marL="0" indent="914400">
              <a:buSzTx/>
              <a:buFontTx/>
              <a:buNone/>
              <a:defRPr sz="2200"/>
            </a:lvl3pPr>
            <a:lvl4pPr marL="0" indent="1371600">
              <a:buSzTx/>
              <a:buFontTx/>
              <a:buNone/>
              <a:defRPr sz="2200"/>
            </a:lvl4pPr>
            <a:lvl5pPr marL="0" indent="1828800">
              <a:buSzTx/>
              <a:buFontTx/>
              <a:buNone/>
              <a:defRPr sz="2200"/>
            </a:lvl5pPr>
          </a:lstStyle>
          <a:p>
            <a:pPr/>
            <a:r>
              <a:t>Body Level One</a:t>
            </a:r>
          </a:p>
          <a:p>
            <a:pPr lvl="1"/>
            <a:r>
              <a:t>Body Level Two</a:t>
            </a:r>
          </a:p>
          <a:p>
            <a:pPr lvl="2"/>
            <a:r>
              <a:t>Body Level Three</a:t>
            </a:r>
          </a:p>
          <a:p>
            <a:pPr lvl="3"/>
            <a:r>
              <a:t>Body Level Four</a:t>
            </a:r>
          </a:p>
          <a:p>
            <a:pPr lvl="4"/>
            <a:r>
              <a:t>Body Level Five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3">
    <p:spTree>
      <p:nvGrpSpPr>
        <p:cNvPr id="1" name=""/>
        <p:cNvGrpSpPr/>
        <p:nvPr/>
      </p:nvGrpSpPr>
      <p:grpSpPr>
        <a:xfrm>
          <a:off x="0" y="0"/>
          <a:ext cx="0" cy="0"/>
          <a:chOff x="0" y="0"/>
          <a:chExt cx="0" cy="0"/>
        </a:xfrm>
      </p:grpSpPr>
      <p:sp>
        <p:nvSpPr>
          <p:cNvPr id="32" name="Rectangle 6"/>
          <p:cNvSpPr/>
          <p:nvPr/>
        </p:nvSpPr>
        <p:spPr>
          <a:xfrm>
            <a:off x="0" y="-1"/>
            <a:ext cx="12192001" cy="4939395"/>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33" name="Title Text"/>
          <p:cNvSpPr txBox="1"/>
          <p:nvPr>
            <p:ph type="title"/>
          </p:nvPr>
        </p:nvSpPr>
        <p:spPr>
          <a:xfrm>
            <a:off x="457198" y="925185"/>
            <a:ext cx="7876288" cy="3592631"/>
          </a:xfrm>
          <a:prstGeom prst="rect">
            <a:avLst/>
          </a:prstGeom>
        </p:spPr>
        <p:txBody>
          <a:bodyPr anchor="b"/>
          <a:lstStyle>
            <a:lvl1pPr>
              <a:defRPr sz="7200">
                <a:solidFill>
                  <a:schemeClr val="accent1"/>
                </a:solidFill>
              </a:defRPr>
            </a:lvl1pPr>
          </a:lstStyle>
          <a:p>
            <a:pPr/>
            <a:r>
              <a:t>Title Text</a:t>
            </a:r>
          </a:p>
        </p:txBody>
      </p:sp>
      <p:sp>
        <p:nvSpPr>
          <p:cNvPr id="34" name="Body Level One…"/>
          <p:cNvSpPr txBox="1"/>
          <p:nvPr>
            <p:ph type="body" sz="quarter" idx="1"/>
          </p:nvPr>
        </p:nvSpPr>
        <p:spPr>
          <a:xfrm>
            <a:off x="457198" y="5376438"/>
            <a:ext cx="7876287" cy="981452"/>
          </a:xfrm>
          <a:prstGeom prst="rect">
            <a:avLst/>
          </a:prstGeom>
        </p:spPr>
        <p:txBody>
          <a:bodyPr anchor="ctr"/>
          <a:lstStyle>
            <a:lvl1pPr marL="0" indent="0">
              <a:buSzTx/>
              <a:buFontTx/>
              <a:buNone/>
              <a:defRPr sz="2000"/>
            </a:lvl1pPr>
            <a:lvl2pPr marL="0" indent="457200">
              <a:buSzTx/>
              <a:buFontTx/>
              <a:buNone/>
              <a:defRPr sz="2000"/>
            </a:lvl2pPr>
            <a:lvl3pPr marL="0" indent="914400">
              <a:buSzTx/>
              <a:buFontTx/>
              <a:buNone/>
              <a:defRPr sz="2000"/>
            </a:lvl3pPr>
            <a:lvl4pPr marL="0" indent="1371600">
              <a:buSzTx/>
              <a:buFontTx/>
              <a:buNone/>
              <a:defRPr sz="2000"/>
            </a:lvl4pPr>
            <a:lvl5pPr marL="0" indent="1828800">
              <a:buSzTx/>
              <a:buFontTx/>
              <a:buNone/>
              <a:defRPr sz="2000"/>
            </a:lvl5pPr>
          </a:lstStyle>
          <a:p>
            <a:pPr/>
            <a:r>
              <a:t>Body Level One</a:t>
            </a:r>
          </a:p>
          <a:p>
            <a:pPr lvl="1"/>
            <a:r>
              <a:t>Body Level Two</a:t>
            </a:r>
          </a:p>
          <a:p>
            <a:pPr lvl="2"/>
            <a:r>
              <a:t>Body Level Three</a:t>
            </a:r>
          </a:p>
          <a:p>
            <a:pPr lvl="3"/>
            <a:r>
              <a:t>Body Level Four</a:t>
            </a:r>
          </a:p>
          <a:p>
            <a:pPr lvl="4"/>
            <a:r>
              <a:t>Body Level Five</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hoto 1">
    <p:spTree>
      <p:nvGrpSpPr>
        <p:cNvPr id="1" name=""/>
        <p:cNvGrpSpPr/>
        <p:nvPr/>
      </p:nvGrpSpPr>
      <p:grpSpPr>
        <a:xfrm>
          <a:off x="0" y="0"/>
          <a:ext cx="0" cy="0"/>
          <a:chOff x="0" y="0"/>
          <a:chExt cx="0" cy="0"/>
        </a:xfrm>
      </p:grpSpPr>
      <p:sp>
        <p:nvSpPr>
          <p:cNvPr id="42" name="Rectangle 3"/>
          <p:cNvSpPr/>
          <p:nvPr/>
        </p:nvSpPr>
        <p:spPr>
          <a:xfrm>
            <a:off x="0" y="-1"/>
            <a:ext cx="12192001" cy="4939395"/>
          </a:xfrm>
          <a:prstGeom prst="rect">
            <a:avLst/>
          </a:prstGeom>
          <a:solidFill>
            <a:srgbClr val="FFFFFF"/>
          </a:solidFill>
          <a:ln w="12700">
            <a:miter lim="400000"/>
          </a:ln>
          <a:effectLst>
            <a:outerShdw sx="100000" sy="100000" kx="0" ky="0" algn="b" rotWithShape="0" blurRad="292100" dist="63500" dir="5400000">
              <a:srgbClr val="000000">
                <a:alpha val="48000"/>
              </a:srgbClr>
            </a:outerShdw>
          </a:effectLst>
        </p:spPr>
        <p:txBody>
          <a:bodyPr lIns="45719" rIns="45719" anchor="ctr"/>
          <a:lstStyle/>
          <a:p>
            <a:pPr algn="ctr">
              <a:defRPr>
                <a:solidFill>
                  <a:srgbClr val="FFFFFF"/>
                </a:solidFill>
              </a:defRPr>
            </a:pPr>
          </a:p>
        </p:txBody>
      </p:sp>
      <p:sp>
        <p:nvSpPr>
          <p:cNvPr id="43" name="Title Text"/>
          <p:cNvSpPr txBox="1"/>
          <p:nvPr>
            <p:ph type="title"/>
          </p:nvPr>
        </p:nvSpPr>
        <p:spPr>
          <a:xfrm>
            <a:off x="457198" y="5121128"/>
            <a:ext cx="11277605" cy="786385"/>
          </a:xfrm>
          <a:prstGeom prst="rect">
            <a:avLst/>
          </a:prstGeom>
        </p:spPr>
        <p:txBody>
          <a:bodyPr anchor="b"/>
          <a:lstStyle>
            <a:lvl1pPr>
              <a:defRPr sz="3600"/>
            </a:lvl1pPr>
          </a:lstStyle>
          <a:p>
            <a:pPr/>
            <a:r>
              <a:t>Title Text</a:t>
            </a:r>
          </a:p>
        </p:txBody>
      </p:sp>
      <p:sp>
        <p:nvSpPr>
          <p:cNvPr id="44" name="Body Level One…"/>
          <p:cNvSpPr txBox="1"/>
          <p:nvPr>
            <p:ph type="body" sz="quarter" idx="1"/>
          </p:nvPr>
        </p:nvSpPr>
        <p:spPr>
          <a:xfrm>
            <a:off x="457198" y="5915481"/>
            <a:ext cx="11277604" cy="480374"/>
          </a:xfrm>
          <a:prstGeom prst="rect">
            <a:avLst/>
          </a:prstGeom>
        </p:spPr>
        <p:txBody>
          <a:bodyPr/>
          <a:lstStyle>
            <a:lvl1pPr marL="0" indent="0">
              <a:buSzTx/>
              <a:buFontTx/>
              <a:buNone/>
            </a:lvl1pPr>
            <a:lvl2pPr marL="0" indent="457200">
              <a:buSzTx/>
              <a:buFontTx/>
              <a:buNone/>
            </a:lvl2pPr>
            <a:lvl3pPr marL="0" indent="914400">
              <a:buSzTx/>
              <a:buFontTx/>
              <a:buNone/>
            </a:lvl3pPr>
            <a:lvl4pPr marL="0" indent="1371600">
              <a:buSzTx/>
              <a:buFontTx/>
              <a:buNone/>
            </a:lvl4pPr>
            <a:lvl5pPr marL="0" indent="1828800">
              <a:buSzTx/>
              <a:buFontTx/>
              <a:buNone/>
            </a:lvl5pPr>
          </a:lstStyle>
          <a:p>
            <a:pPr/>
            <a:r>
              <a:t>Body Level One</a:t>
            </a:r>
          </a:p>
          <a:p>
            <a:pPr lvl="1"/>
            <a:r>
              <a:t>Body Level Two</a:t>
            </a:r>
          </a:p>
          <a:p>
            <a:pPr lvl="2"/>
            <a:r>
              <a:t>Body Level Three</a:t>
            </a:r>
          </a:p>
          <a:p>
            <a:pPr lvl="3"/>
            <a:r>
              <a:t>Body Level Four</a:t>
            </a:r>
          </a:p>
          <a:p>
            <a:pPr lvl="4"/>
            <a:r>
              <a:t>Body Level Five</a:t>
            </a:r>
          </a:p>
        </p:txBody>
      </p:sp>
      <p:sp>
        <p:nvSpPr>
          <p:cNvPr id="45" name="Picture Placeholder 10"/>
          <p:cNvSpPr/>
          <p:nvPr>
            <p:ph type="pic" idx="21"/>
          </p:nvPr>
        </p:nvSpPr>
        <p:spPr>
          <a:xfrm>
            <a:off x="1" y="0"/>
            <a:ext cx="12192000" cy="4944351"/>
          </a:xfrm>
          <a:prstGeom prst="rect">
            <a:avLst/>
          </a:prstGeom>
        </p:spPr>
        <p:txBody>
          <a:bodyPr lIns="91439" rIns="91439">
            <a:noAutofit/>
          </a:bodyPr>
          <a:lstStyle/>
          <a:p>
            <a:pPr/>
          </a:p>
        </p:txBody>
      </p:sp>
      <p:sp>
        <p:nvSpPr>
          <p:cNvPr id="4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hoto 2">
    <p:spTree>
      <p:nvGrpSpPr>
        <p:cNvPr id="1" name=""/>
        <p:cNvGrpSpPr/>
        <p:nvPr/>
      </p:nvGrpSpPr>
      <p:grpSpPr>
        <a:xfrm>
          <a:off x="0" y="0"/>
          <a:ext cx="0" cy="0"/>
          <a:chOff x="0" y="0"/>
          <a:chExt cx="0" cy="0"/>
        </a:xfrm>
      </p:grpSpPr>
      <p:sp>
        <p:nvSpPr>
          <p:cNvPr id="53" name="Rectangle 9"/>
          <p:cNvSpPr/>
          <p:nvPr/>
        </p:nvSpPr>
        <p:spPr>
          <a:xfrm>
            <a:off x="0" y="-1"/>
            <a:ext cx="12192001" cy="4939395"/>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54" name="Rectangle 6"/>
          <p:cNvSpPr/>
          <p:nvPr/>
        </p:nvSpPr>
        <p:spPr>
          <a:xfrm>
            <a:off x="15766" y="0"/>
            <a:ext cx="6584951" cy="6858000"/>
          </a:xfrm>
          <a:prstGeom prst="rect">
            <a:avLst/>
          </a:prstGeom>
          <a:solidFill>
            <a:srgbClr val="FFFFFF"/>
          </a:solidFill>
          <a:ln w="12700">
            <a:miter lim="400000"/>
          </a:ln>
          <a:effectLst>
            <a:outerShdw sx="100000" sy="100000" kx="0" ky="0" algn="b" rotWithShape="0" blurRad="457200" dist="76200" dir="0">
              <a:srgbClr val="000000">
                <a:alpha val="13000"/>
              </a:srgbClr>
            </a:outerShdw>
          </a:effectLst>
        </p:spPr>
        <p:txBody>
          <a:bodyPr lIns="45719" rIns="45719" anchor="ctr"/>
          <a:lstStyle/>
          <a:p>
            <a:pPr algn="ctr">
              <a:defRPr>
                <a:solidFill>
                  <a:srgbClr val="FFFFFF"/>
                </a:solidFill>
              </a:defRPr>
            </a:pPr>
          </a:p>
        </p:txBody>
      </p:sp>
      <p:sp>
        <p:nvSpPr>
          <p:cNvPr id="55" name="Title Text"/>
          <p:cNvSpPr txBox="1"/>
          <p:nvPr>
            <p:ph type="title"/>
          </p:nvPr>
        </p:nvSpPr>
        <p:spPr>
          <a:xfrm>
            <a:off x="7168895" y="555706"/>
            <a:ext cx="4361689" cy="4049084"/>
          </a:xfrm>
          <a:prstGeom prst="rect">
            <a:avLst/>
          </a:prstGeom>
        </p:spPr>
        <p:txBody>
          <a:bodyPr anchor="t"/>
          <a:lstStyle>
            <a:lvl1pPr>
              <a:defRPr sz="4800"/>
            </a:lvl1pPr>
          </a:lstStyle>
          <a:p>
            <a:pPr/>
            <a:r>
              <a:t>Title Text</a:t>
            </a:r>
          </a:p>
        </p:txBody>
      </p:sp>
      <p:sp>
        <p:nvSpPr>
          <p:cNvPr id="56" name="Body Level One…"/>
          <p:cNvSpPr txBox="1"/>
          <p:nvPr>
            <p:ph type="body" sz="quarter" idx="1"/>
          </p:nvPr>
        </p:nvSpPr>
        <p:spPr>
          <a:xfrm>
            <a:off x="7168895" y="5298623"/>
            <a:ext cx="4371464" cy="971016"/>
          </a:xfrm>
          <a:prstGeom prst="rect">
            <a:avLst/>
          </a:prstGeom>
        </p:spPr>
        <p:txBody>
          <a:bodyPr anchor="ctr"/>
          <a:lstStyle>
            <a:lvl1pPr marL="0" indent="0">
              <a:buSzTx/>
              <a:buFontTx/>
              <a:buNone/>
              <a:defRPr sz="2000"/>
            </a:lvl1pPr>
            <a:lvl2pPr marL="0" indent="457200">
              <a:buSzTx/>
              <a:buFontTx/>
              <a:buNone/>
              <a:defRPr sz="2000"/>
            </a:lvl2pPr>
            <a:lvl3pPr marL="0" indent="914400">
              <a:buSzTx/>
              <a:buFontTx/>
              <a:buNone/>
              <a:defRPr sz="2000"/>
            </a:lvl3pPr>
            <a:lvl4pPr marL="0" indent="1371600">
              <a:buSzTx/>
              <a:buFontTx/>
              <a:buNone/>
              <a:defRPr sz="2000"/>
            </a:lvl4pPr>
            <a:lvl5pPr marL="0" indent="1828800">
              <a:buSzTx/>
              <a:buFontTx/>
              <a:buNone/>
              <a:defRPr sz="2000"/>
            </a:lvl5pPr>
          </a:lstStyle>
          <a:p>
            <a:pPr/>
            <a:r>
              <a:t>Body Level One</a:t>
            </a:r>
          </a:p>
          <a:p>
            <a:pPr lvl="1"/>
            <a:r>
              <a:t>Body Level Two</a:t>
            </a:r>
          </a:p>
          <a:p>
            <a:pPr lvl="2"/>
            <a:r>
              <a:t>Body Level Three</a:t>
            </a:r>
          </a:p>
          <a:p>
            <a:pPr lvl="3"/>
            <a:r>
              <a:t>Body Level Four</a:t>
            </a:r>
          </a:p>
          <a:p>
            <a:pPr lvl="4"/>
            <a:r>
              <a:t>Body Level Five</a:t>
            </a:r>
          </a:p>
        </p:txBody>
      </p:sp>
      <p:sp>
        <p:nvSpPr>
          <p:cNvPr id="57" name="Picture Placeholder 10"/>
          <p:cNvSpPr/>
          <p:nvPr>
            <p:ph type="pic" idx="21"/>
          </p:nvPr>
        </p:nvSpPr>
        <p:spPr>
          <a:xfrm>
            <a:off x="-15766" y="0"/>
            <a:ext cx="6663326" cy="6858000"/>
          </a:xfrm>
          <a:prstGeom prst="rect">
            <a:avLst/>
          </a:prstGeom>
        </p:spPr>
        <p:txBody>
          <a:bodyPr lIns="91439" rIns="91439">
            <a:noAutofit/>
          </a:bodyPr>
          <a:lstStyle/>
          <a:p>
            <a:pP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hoto 3">
    <p:spTree>
      <p:nvGrpSpPr>
        <p:cNvPr id="1" name=""/>
        <p:cNvGrpSpPr/>
        <p:nvPr/>
      </p:nvGrpSpPr>
      <p:grpSpPr>
        <a:xfrm>
          <a:off x="0" y="0"/>
          <a:ext cx="0" cy="0"/>
          <a:chOff x="0" y="0"/>
          <a:chExt cx="0" cy="0"/>
        </a:xfrm>
      </p:grpSpPr>
      <p:sp>
        <p:nvSpPr>
          <p:cNvPr id="65" name="Rectangle 3"/>
          <p:cNvSpPr/>
          <p:nvPr/>
        </p:nvSpPr>
        <p:spPr>
          <a:xfrm>
            <a:off x="2" y="-1"/>
            <a:ext cx="5059528" cy="4939395"/>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66" name="Title Text"/>
          <p:cNvSpPr txBox="1"/>
          <p:nvPr>
            <p:ph type="title"/>
          </p:nvPr>
        </p:nvSpPr>
        <p:spPr>
          <a:xfrm>
            <a:off x="457200" y="457200"/>
            <a:ext cx="4025154" cy="3739897"/>
          </a:xfrm>
          <a:prstGeom prst="rect">
            <a:avLst/>
          </a:prstGeom>
        </p:spPr>
        <p:txBody>
          <a:bodyPr anchor="t"/>
          <a:lstStyle>
            <a:lvl1pPr>
              <a:defRPr sz="4400"/>
            </a:lvl1pPr>
          </a:lstStyle>
          <a:p>
            <a:pPr/>
            <a:r>
              <a:t>Title Text</a:t>
            </a:r>
          </a:p>
        </p:txBody>
      </p:sp>
      <p:sp>
        <p:nvSpPr>
          <p:cNvPr id="67" name="Body Level One…"/>
          <p:cNvSpPr txBox="1"/>
          <p:nvPr>
            <p:ph type="body" sz="quarter" idx="1"/>
          </p:nvPr>
        </p:nvSpPr>
        <p:spPr>
          <a:xfrm>
            <a:off x="457200" y="5332779"/>
            <a:ext cx="4025154" cy="1016814"/>
          </a:xfrm>
          <a:prstGeom prst="rect">
            <a:avLst/>
          </a:prstGeom>
        </p:spPr>
        <p:txBody>
          <a:bodyPr anchor="ctr"/>
          <a:lstStyle>
            <a:lvl1pPr marL="0" indent="0">
              <a:buSzTx/>
              <a:buFontTx/>
              <a:buNone/>
              <a:defRPr sz="2000"/>
            </a:lvl1pPr>
            <a:lvl2pPr marL="0" indent="457200">
              <a:buSzTx/>
              <a:buFontTx/>
              <a:buNone/>
              <a:defRPr sz="2000"/>
            </a:lvl2pPr>
            <a:lvl3pPr marL="0" indent="914400">
              <a:buSzTx/>
              <a:buFontTx/>
              <a:buNone/>
              <a:defRPr sz="2000"/>
            </a:lvl3pPr>
            <a:lvl4pPr marL="0" indent="1371600">
              <a:buSzTx/>
              <a:buFontTx/>
              <a:buNone/>
              <a:defRPr sz="2000"/>
            </a:lvl4pPr>
            <a:lvl5pPr marL="0" indent="1828800">
              <a:buSzTx/>
              <a:buFontTx/>
              <a:buNone/>
              <a:defRPr sz="2000"/>
            </a:lvl5pPr>
          </a:lstStyle>
          <a:p>
            <a:pPr/>
            <a:r>
              <a:t>Body Level One</a:t>
            </a:r>
          </a:p>
          <a:p>
            <a:pPr lvl="1"/>
            <a:r>
              <a:t>Body Level Two</a:t>
            </a:r>
          </a:p>
          <a:p>
            <a:pPr lvl="2"/>
            <a:r>
              <a:t>Body Level Three</a:t>
            </a:r>
          </a:p>
          <a:p>
            <a:pPr lvl="3"/>
            <a:r>
              <a:t>Body Level Four</a:t>
            </a:r>
          </a:p>
          <a:p>
            <a:pPr lvl="4"/>
            <a:r>
              <a:t>Body Level Five</a:t>
            </a:r>
          </a:p>
        </p:txBody>
      </p:sp>
      <p:sp>
        <p:nvSpPr>
          <p:cNvPr id="68" name="Picture Placeholder 10"/>
          <p:cNvSpPr/>
          <p:nvPr>
            <p:ph type="pic" idx="21"/>
          </p:nvPr>
        </p:nvSpPr>
        <p:spPr>
          <a:xfrm>
            <a:off x="5029201" y="0"/>
            <a:ext cx="7162801" cy="6858000"/>
          </a:xfrm>
          <a:prstGeom prst="rect">
            <a:avLst/>
          </a:prstGeom>
        </p:spPr>
        <p:txBody>
          <a:bodyPr lIns="91439" rIns="91439">
            <a:noAutofit/>
          </a:bodyPr>
          <a:lstStyle/>
          <a:p>
            <a:pPr/>
          </a:p>
        </p:txBody>
      </p:sp>
      <p:sp>
        <p:nvSpPr>
          <p:cNvPr id="69" name="Slide Number"/>
          <p:cNvSpPr txBox="1"/>
          <p:nvPr>
            <p:ph type="sldNum" sz="quarter" idx="2"/>
          </p:nvPr>
        </p:nvSpPr>
        <p:spPr>
          <a:xfrm>
            <a:off x="4652922" y="6444744"/>
            <a:ext cx="273656" cy="269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Header">
    <p:bg>
      <p:bgPr>
        <a:solidFill>
          <a:srgbClr val="202AA0"/>
        </a:solidFill>
      </p:bgPr>
    </p:bg>
    <p:spTree>
      <p:nvGrpSpPr>
        <p:cNvPr id="1" name=""/>
        <p:cNvGrpSpPr/>
        <p:nvPr/>
      </p:nvGrpSpPr>
      <p:grpSpPr>
        <a:xfrm>
          <a:off x="0" y="0"/>
          <a:ext cx="0" cy="0"/>
          <a:chOff x="0" y="0"/>
          <a:chExt cx="0" cy="0"/>
        </a:xfrm>
      </p:grpSpPr>
      <p:sp>
        <p:nvSpPr>
          <p:cNvPr id="76" name="Rectangle 2"/>
          <p:cNvSpPr/>
          <p:nvPr/>
        </p:nvSpPr>
        <p:spPr>
          <a:xfrm>
            <a:off x="0" y="0"/>
            <a:ext cx="12192000" cy="6858000"/>
          </a:xfrm>
          <a:prstGeom prst="rect">
            <a:avLst/>
          </a:prstGeom>
          <a:solidFill>
            <a:srgbClr val="202AA0"/>
          </a:solidFill>
          <a:ln w="12700">
            <a:miter lim="400000"/>
          </a:ln>
        </p:spPr>
        <p:txBody>
          <a:bodyPr lIns="45719" rIns="45719" anchor="ctr"/>
          <a:lstStyle/>
          <a:p>
            <a:pPr algn="ctr">
              <a:defRPr>
                <a:solidFill>
                  <a:srgbClr val="FFFFFF"/>
                </a:solidFill>
              </a:defRPr>
            </a:pPr>
          </a:p>
        </p:txBody>
      </p:sp>
      <p:sp>
        <p:nvSpPr>
          <p:cNvPr id="77" name="Title Text"/>
          <p:cNvSpPr txBox="1"/>
          <p:nvPr>
            <p:ph type="title"/>
          </p:nvPr>
        </p:nvSpPr>
        <p:spPr>
          <a:xfrm>
            <a:off x="457198" y="3507830"/>
            <a:ext cx="7589522" cy="2944369"/>
          </a:xfrm>
          <a:prstGeom prst="rect">
            <a:avLst/>
          </a:prstGeom>
        </p:spPr>
        <p:txBody>
          <a:bodyPr anchor="b"/>
          <a:lstStyle>
            <a:lvl1pPr>
              <a:defRPr sz="8000">
                <a:solidFill>
                  <a:srgbClr val="D4D7F7"/>
                </a:solidFill>
              </a:defRPr>
            </a:lvl1pPr>
          </a:lstStyle>
          <a:p>
            <a:pPr/>
            <a:r>
              <a:t>Title Text</a:t>
            </a:r>
          </a:p>
        </p:txBody>
      </p:sp>
      <p:sp>
        <p:nvSpPr>
          <p:cNvPr id="78" name="Slide Number"/>
          <p:cNvSpPr txBox="1"/>
          <p:nvPr>
            <p:ph type="sldNum" sz="quarter" idx="2"/>
          </p:nvPr>
        </p:nvSpPr>
        <p:spPr>
          <a:prstGeom prst="rect">
            <a:avLst/>
          </a:prstGeom>
        </p:spPr>
        <p:txBody>
          <a:bodyPr/>
          <a:lstStyle>
            <a:lvl1pPr>
              <a:defRPr>
                <a:solidFill>
                  <a:srgbClr val="F1F2F3"/>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Header 2">
    <p:bg>
      <p:bgPr>
        <a:solidFill>
          <a:srgbClr val="D7DADD"/>
        </a:solidFill>
      </p:bgPr>
    </p:bg>
    <p:spTree>
      <p:nvGrpSpPr>
        <p:cNvPr id="1" name=""/>
        <p:cNvGrpSpPr/>
        <p:nvPr/>
      </p:nvGrpSpPr>
      <p:grpSpPr>
        <a:xfrm>
          <a:off x="0" y="0"/>
          <a:ext cx="0" cy="0"/>
          <a:chOff x="0" y="0"/>
          <a:chExt cx="0" cy="0"/>
        </a:xfrm>
      </p:grpSpPr>
      <p:sp>
        <p:nvSpPr>
          <p:cNvPr id="85" name="Title Text"/>
          <p:cNvSpPr txBox="1"/>
          <p:nvPr>
            <p:ph type="title"/>
          </p:nvPr>
        </p:nvSpPr>
        <p:spPr>
          <a:xfrm>
            <a:off x="457198" y="3507830"/>
            <a:ext cx="7589522" cy="2944369"/>
          </a:xfrm>
          <a:prstGeom prst="rect">
            <a:avLst/>
          </a:prstGeom>
        </p:spPr>
        <p:txBody>
          <a:bodyPr anchor="b"/>
          <a:lstStyle>
            <a:lvl1pPr>
              <a:defRPr sz="8000">
                <a:solidFill>
                  <a:schemeClr val="accent1"/>
                </a:solidFill>
              </a:defRPr>
            </a:lvl1pPr>
          </a:lstStyle>
          <a:p>
            <a:pPr/>
            <a:r>
              <a:t>Title Text</a:t>
            </a: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93" name="Rectangle 5"/>
          <p:cNvSpPr/>
          <p:nvPr/>
        </p:nvSpPr>
        <p:spPr>
          <a:xfrm>
            <a:off x="-2" y="0"/>
            <a:ext cx="12192003" cy="2892974"/>
          </a:xfrm>
          <a:prstGeom prst="rect">
            <a:avLst/>
          </a:prstGeom>
          <a:solidFill>
            <a:srgbClr val="FFFFFF"/>
          </a:solidFill>
          <a:ln w="12700">
            <a:miter lim="400000"/>
          </a:ln>
          <a:effectLst>
            <a:outerShdw sx="100000" sy="100000" kx="0" ky="0" algn="b" rotWithShape="0" blurRad="266700" dist="25400" dir="5400000">
              <a:srgbClr val="000000">
                <a:alpha val="15000"/>
              </a:srgbClr>
            </a:outerShdw>
          </a:effectLst>
        </p:spPr>
        <p:txBody>
          <a:bodyPr lIns="45719" rIns="45719" anchor="ctr"/>
          <a:lstStyle/>
          <a:p>
            <a:pPr algn="ctr">
              <a:defRPr>
                <a:solidFill>
                  <a:srgbClr val="FFFFFF"/>
                </a:solidFill>
              </a:defRPr>
            </a:pPr>
          </a:p>
        </p:txBody>
      </p:sp>
      <p:sp>
        <p:nvSpPr>
          <p:cNvPr id="94" name="Title Text"/>
          <p:cNvSpPr txBox="1"/>
          <p:nvPr>
            <p:ph type="title"/>
          </p:nvPr>
        </p:nvSpPr>
        <p:spPr>
          <a:xfrm>
            <a:off x="457198" y="457200"/>
            <a:ext cx="9506610" cy="2215057"/>
          </a:xfrm>
          <a:prstGeom prst="rect">
            <a:avLst/>
          </a:prstGeom>
        </p:spPr>
        <p:txBody>
          <a:bodyPr anchor="b"/>
          <a:lstStyle>
            <a:lvl1pPr>
              <a:defRPr sz="8800">
                <a:solidFill>
                  <a:schemeClr val="accent1"/>
                </a:solidFill>
              </a:defRPr>
            </a:lvl1pPr>
          </a:lstStyle>
          <a:p>
            <a:pPr/>
            <a:r>
              <a:t>Title Text</a:t>
            </a:r>
          </a:p>
        </p:txBody>
      </p:sp>
      <p:sp>
        <p:nvSpPr>
          <p:cNvPr id="95" name="Body Level One…"/>
          <p:cNvSpPr txBox="1"/>
          <p:nvPr>
            <p:ph type="body" sz="quarter" idx="1"/>
          </p:nvPr>
        </p:nvSpPr>
        <p:spPr>
          <a:xfrm>
            <a:off x="6361386" y="3231931"/>
            <a:ext cx="5200939" cy="2791840"/>
          </a:xfrm>
          <a:prstGeom prst="rect">
            <a:avLst/>
          </a:prstGeom>
        </p:spPr>
        <p:txBody>
          <a:bodyPr/>
          <a:lstStyle>
            <a:lvl1pPr>
              <a:defRPr sz="2200"/>
            </a:lvl1pPr>
            <a:lvl2pPr marL="480059" indent="-251459">
              <a:defRPr sz="2200"/>
            </a:lvl2pPr>
            <a:lvl3pPr marL="736600" indent="-279400">
              <a:defRPr sz="2200"/>
            </a:lvl3pPr>
            <a:lvl4pPr marL="1000125" indent="-314325">
              <a:defRPr sz="2200"/>
            </a:lvl4pPr>
            <a:lvl5pPr marL="1273628" indent="-359228">
              <a:defRPr sz="2200"/>
            </a:lvl5pPr>
          </a:lstStyle>
          <a:p>
            <a:pPr/>
            <a:r>
              <a:t>Body Level One</a:t>
            </a:r>
          </a:p>
          <a:p>
            <a:pPr lvl="1"/>
            <a:r>
              <a:t>Body Level Two</a:t>
            </a:r>
          </a:p>
          <a:p>
            <a:pPr lvl="2"/>
            <a:r>
              <a:t>Body Level Three</a:t>
            </a:r>
          </a:p>
          <a:p>
            <a:pPr lvl="3"/>
            <a:r>
              <a:t>Body Level Four</a:t>
            </a:r>
          </a:p>
          <a:p>
            <a:pPr lvl="4"/>
            <a:r>
              <a:t>Body Level Five</a:t>
            </a:r>
          </a:p>
        </p:txBody>
      </p:sp>
      <p:sp>
        <p:nvSpPr>
          <p:cNvPr id="9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hoto">
    <p:spTree>
      <p:nvGrpSpPr>
        <p:cNvPr id="1" name=""/>
        <p:cNvGrpSpPr/>
        <p:nvPr/>
      </p:nvGrpSpPr>
      <p:grpSpPr>
        <a:xfrm>
          <a:off x="0" y="0"/>
          <a:ext cx="0" cy="0"/>
          <a:chOff x="0" y="0"/>
          <a:chExt cx="0" cy="0"/>
        </a:xfrm>
      </p:grpSpPr>
      <p:sp>
        <p:nvSpPr>
          <p:cNvPr id="103" name="Rectangle 5"/>
          <p:cNvSpPr/>
          <p:nvPr/>
        </p:nvSpPr>
        <p:spPr>
          <a:xfrm>
            <a:off x="-2" y="0"/>
            <a:ext cx="12192003" cy="2892974"/>
          </a:xfrm>
          <a:prstGeom prst="rect">
            <a:avLst/>
          </a:prstGeom>
          <a:solidFill>
            <a:srgbClr val="FFFFFF"/>
          </a:solidFill>
          <a:ln w="12700">
            <a:miter lim="400000"/>
          </a:ln>
          <a:effectLst>
            <a:outerShdw sx="100000" sy="100000" kx="0" ky="0" algn="b" rotWithShape="0" blurRad="266700" dist="25400" dir="5400000">
              <a:srgbClr val="000000">
                <a:alpha val="15000"/>
              </a:srgbClr>
            </a:outerShdw>
          </a:effectLst>
        </p:spPr>
        <p:txBody>
          <a:bodyPr lIns="45719" rIns="45719" anchor="ctr"/>
          <a:lstStyle/>
          <a:p>
            <a:pPr algn="ctr">
              <a:defRPr>
                <a:solidFill>
                  <a:srgbClr val="FFFFFF"/>
                </a:solidFill>
              </a:defRPr>
            </a:pPr>
          </a:p>
        </p:txBody>
      </p:sp>
      <p:sp>
        <p:nvSpPr>
          <p:cNvPr id="104" name="Title Text"/>
          <p:cNvSpPr txBox="1"/>
          <p:nvPr>
            <p:ph type="title"/>
          </p:nvPr>
        </p:nvSpPr>
        <p:spPr>
          <a:xfrm>
            <a:off x="457198" y="457200"/>
            <a:ext cx="9506610" cy="2215057"/>
          </a:xfrm>
          <a:prstGeom prst="rect">
            <a:avLst/>
          </a:prstGeom>
        </p:spPr>
        <p:txBody>
          <a:bodyPr anchor="b"/>
          <a:lstStyle>
            <a:lvl1pPr>
              <a:defRPr sz="8800">
                <a:solidFill>
                  <a:schemeClr val="accent1"/>
                </a:solidFill>
              </a:defRPr>
            </a:lvl1pPr>
          </a:lstStyle>
          <a:p>
            <a:pPr/>
            <a:r>
              <a:t>Title Text</a:t>
            </a:r>
          </a:p>
        </p:txBody>
      </p:sp>
      <p:sp>
        <p:nvSpPr>
          <p:cNvPr id="105" name="Picture Placeholder 8"/>
          <p:cNvSpPr/>
          <p:nvPr>
            <p:ph type="pic" sz="half" idx="21"/>
          </p:nvPr>
        </p:nvSpPr>
        <p:spPr>
          <a:xfrm>
            <a:off x="0" y="2892425"/>
            <a:ext cx="5888421" cy="3965575"/>
          </a:xfrm>
          <a:prstGeom prst="rect">
            <a:avLst/>
          </a:prstGeom>
        </p:spPr>
        <p:txBody>
          <a:bodyPr lIns="91439" rIns="91439">
            <a:noAutofit/>
          </a:bodyPr>
          <a:lstStyle/>
          <a:p>
            <a:pPr/>
          </a:p>
        </p:txBody>
      </p:sp>
      <p:sp>
        <p:nvSpPr>
          <p:cNvPr id="106" name="Body Level One…"/>
          <p:cNvSpPr txBox="1"/>
          <p:nvPr>
            <p:ph type="body" sz="quarter" idx="1"/>
          </p:nvPr>
        </p:nvSpPr>
        <p:spPr>
          <a:xfrm>
            <a:off x="6361384" y="3231931"/>
            <a:ext cx="5328746" cy="2791840"/>
          </a:xfrm>
          <a:prstGeom prst="rect">
            <a:avLst/>
          </a:prstGeom>
        </p:spPr>
        <p:txBody>
          <a:bodyPr/>
          <a:lstStyle>
            <a:lvl1pPr>
              <a:defRPr sz="2200"/>
            </a:lvl1pPr>
            <a:lvl2pPr marL="480059" indent="-251459">
              <a:defRPr sz="2200"/>
            </a:lvl2pPr>
            <a:lvl3pPr marL="736600" indent="-279400">
              <a:defRPr sz="2200"/>
            </a:lvl3pPr>
            <a:lvl4pPr marL="1000125" indent="-314325">
              <a:defRPr sz="2200"/>
            </a:lvl4pPr>
            <a:lvl5pPr marL="1273628" indent="-359228">
              <a:defRPr sz="2200"/>
            </a:lvl5pPr>
          </a:lstStyle>
          <a:p>
            <a:pPr/>
            <a:r>
              <a:t>Body Level One</a:t>
            </a:r>
          </a:p>
          <a:p>
            <a:pPr lvl="1"/>
            <a:r>
              <a:t>Body Level Two</a:t>
            </a:r>
          </a:p>
          <a:p>
            <a:pPr lvl="2"/>
            <a:r>
              <a:t>Body Level Three</a:t>
            </a:r>
          </a:p>
          <a:p>
            <a:pPr lvl="3"/>
            <a:r>
              <a:t>Body Level Four</a:t>
            </a:r>
          </a:p>
          <a:p>
            <a:pPr lvl="4"/>
            <a:r>
              <a:t>Body Level Five</a:t>
            </a:r>
          </a:p>
        </p:txBody>
      </p:sp>
      <p:sp>
        <p:nvSpPr>
          <p:cNvPr id="10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Content 1 (Max)">
    <p:spTree>
      <p:nvGrpSpPr>
        <p:cNvPr id="1" name=""/>
        <p:cNvGrpSpPr/>
        <p:nvPr/>
      </p:nvGrpSpPr>
      <p:grpSpPr>
        <a:xfrm>
          <a:off x="0" y="0"/>
          <a:ext cx="0" cy="0"/>
          <a:chOff x="0" y="0"/>
          <a:chExt cx="0" cy="0"/>
        </a:xfrm>
      </p:grpSpPr>
      <p:sp>
        <p:nvSpPr>
          <p:cNvPr id="114" name="Title Text"/>
          <p:cNvSpPr txBox="1"/>
          <p:nvPr>
            <p:ph type="title"/>
          </p:nvPr>
        </p:nvSpPr>
        <p:spPr>
          <a:xfrm>
            <a:off x="137158" y="151598"/>
            <a:ext cx="11924211" cy="528186"/>
          </a:xfrm>
          <a:prstGeom prst="rect">
            <a:avLst/>
          </a:prstGeom>
        </p:spPr>
        <p:txBody>
          <a:bodyPr/>
          <a:lstStyle/>
          <a:p>
            <a:pPr/>
            <a:r>
              <a:t>Title Text</a:t>
            </a:r>
          </a:p>
        </p:txBody>
      </p:sp>
      <p:sp>
        <p:nvSpPr>
          <p:cNvPr id="115" name="Body Level One…"/>
          <p:cNvSpPr txBox="1"/>
          <p:nvPr>
            <p:ph type="body" idx="1"/>
          </p:nvPr>
        </p:nvSpPr>
        <p:spPr>
          <a:xfrm>
            <a:off x="137158" y="776036"/>
            <a:ext cx="11924211" cy="562155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1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Only (Max)">
    <p:spTree>
      <p:nvGrpSpPr>
        <p:cNvPr id="1" name=""/>
        <p:cNvGrpSpPr/>
        <p:nvPr/>
      </p:nvGrpSpPr>
      <p:grpSpPr>
        <a:xfrm>
          <a:off x="0" y="0"/>
          <a:ext cx="0" cy="0"/>
          <a:chOff x="0" y="0"/>
          <a:chExt cx="0" cy="0"/>
        </a:xfrm>
      </p:grpSpPr>
      <p:sp>
        <p:nvSpPr>
          <p:cNvPr id="123" name="Title Text"/>
          <p:cNvSpPr txBox="1"/>
          <p:nvPr>
            <p:ph type="title"/>
          </p:nvPr>
        </p:nvSpPr>
        <p:spPr>
          <a:prstGeom prst="rect">
            <a:avLst/>
          </a:prstGeom>
        </p:spPr>
        <p:txBody>
          <a:bodyPr/>
          <a:lstStyle/>
          <a:p>
            <a:pPr/>
            <a:r>
              <a:t>Title Text</a:t>
            </a:r>
          </a:p>
        </p:txBody>
      </p:sp>
      <p:sp>
        <p:nvSpPr>
          <p:cNvPr id="124"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Content 1">
    <p:spTree>
      <p:nvGrpSpPr>
        <p:cNvPr id="1" name=""/>
        <p:cNvGrpSpPr/>
        <p:nvPr/>
      </p:nvGrpSpPr>
      <p:grpSpPr>
        <a:xfrm>
          <a:off x="0" y="0"/>
          <a:ext cx="0" cy="0"/>
          <a:chOff x="0" y="0"/>
          <a:chExt cx="0" cy="0"/>
        </a:xfrm>
      </p:grpSpPr>
      <p:sp>
        <p:nvSpPr>
          <p:cNvPr id="132" name="Title Text"/>
          <p:cNvSpPr txBox="1"/>
          <p:nvPr>
            <p:ph type="title"/>
          </p:nvPr>
        </p:nvSpPr>
        <p:spPr>
          <a:xfrm>
            <a:off x="457200" y="457201"/>
            <a:ext cx="10809027" cy="971007"/>
          </a:xfrm>
          <a:prstGeom prst="rect">
            <a:avLst/>
          </a:prstGeom>
        </p:spPr>
        <p:txBody>
          <a:bodyPr anchor="b"/>
          <a:lstStyle>
            <a:lvl1pPr>
              <a:defRPr sz="3200"/>
            </a:lvl1pPr>
          </a:lstStyle>
          <a:p>
            <a:pPr/>
            <a:r>
              <a:t>Title Text</a:t>
            </a:r>
          </a:p>
        </p:txBody>
      </p:sp>
      <p:sp>
        <p:nvSpPr>
          <p:cNvPr id="133" name="Body Level One…"/>
          <p:cNvSpPr txBox="1"/>
          <p:nvPr>
            <p:ph type="body" idx="1"/>
          </p:nvPr>
        </p:nvSpPr>
        <p:spPr>
          <a:xfrm>
            <a:off x="457201" y="1595300"/>
            <a:ext cx="10809027" cy="471406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Content 2">
    <p:spTree>
      <p:nvGrpSpPr>
        <p:cNvPr id="1" name=""/>
        <p:cNvGrpSpPr/>
        <p:nvPr/>
      </p:nvGrpSpPr>
      <p:grpSpPr>
        <a:xfrm>
          <a:off x="0" y="0"/>
          <a:ext cx="0" cy="0"/>
          <a:chOff x="0" y="0"/>
          <a:chExt cx="0" cy="0"/>
        </a:xfrm>
      </p:grpSpPr>
      <p:sp>
        <p:nvSpPr>
          <p:cNvPr id="141" name="Rectangle 6"/>
          <p:cNvSpPr/>
          <p:nvPr/>
        </p:nvSpPr>
        <p:spPr>
          <a:xfrm>
            <a:off x="-1" y="-1"/>
            <a:ext cx="12192001" cy="1347109"/>
          </a:xfrm>
          <a:prstGeom prst="rect">
            <a:avLst/>
          </a:prstGeom>
          <a:solidFill>
            <a:srgbClr val="FFFFFF"/>
          </a:solidFill>
          <a:ln w="12700">
            <a:miter lim="400000"/>
          </a:ln>
          <a:effectLst>
            <a:outerShdw sx="100000" sy="100000" kx="0" ky="0" algn="b" rotWithShape="0" blurRad="228600" dist="25400" dir="5400000">
              <a:srgbClr val="000000">
                <a:alpha val="15000"/>
              </a:srgbClr>
            </a:outerShdw>
          </a:effectLst>
        </p:spPr>
        <p:txBody>
          <a:bodyPr lIns="45719" rIns="45719" anchor="ctr"/>
          <a:lstStyle/>
          <a:p>
            <a:pPr algn="ctr">
              <a:defRPr>
                <a:solidFill>
                  <a:srgbClr val="FFFFFF"/>
                </a:solidFill>
              </a:defRPr>
            </a:pPr>
          </a:p>
        </p:txBody>
      </p:sp>
      <p:sp>
        <p:nvSpPr>
          <p:cNvPr id="142" name="Title Text"/>
          <p:cNvSpPr txBox="1"/>
          <p:nvPr>
            <p:ph type="title"/>
          </p:nvPr>
        </p:nvSpPr>
        <p:spPr>
          <a:xfrm>
            <a:off x="457200" y="457201"/>
            <a:ext cx="10809027" cy="693682"/>
          </a:xfrm>
          <a:prstGeom prst="rect">
            <a:avLst/>
          </a:prstGeom>
        </p:spPr>
        <p:txBody>
          <a:bodyPr anchor="t"/>
          <a:lstStyle>
            <a:lvl1pPr>
              <a:defRPr sz="3200"/>
            </a:lvl1pPr>
          </a:lstStyle>
          <a:p>
            <a:pPr/>
            <a:r>
              <a:t>Title Text</a:t>
            </a:r>
          </a:p>
        </p:txBody>
      </p:sp>
      <p:sp>
        <p:nvSpPr>
          <p:cNvPr id="143" name="Body Level One…"/>
          <p:cNvSpPr txBox="1"/>
          <p:nvPr>
            <p:ph type="body" idx="1"/>
          </p:nvPr>
        </p:nvSpPr>
        <p:spPr>
          <a:xfrm>
            <a:off x="457201" y="1595300"/>
            <a:ext cx="10809027" cy="471406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4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Content 3">
    <p:spTree>
      <p:nvGrpSpPr>
        <p:cNvPr id="1" name=""/>
        <p:cNvGrpSpPr/>
        <p:nvPr/>
      </p:nvGrpSpPr>
      <p:grpSpPr>
        <a:xfrm>
          <a:off x="0" y="0"/>
          <a:ext cx="0" cy="0"/>
          <a:chOff x="0" y="0"/>
          <a:chExt cx="0" cy="0"/>
        </a:xfrm>
      </p:grpSpPr>
      <p:sp>
        <p:nvSpPr>
          <p:cNvPr id="151" name="Rectangle 6"/>
          <p:cNvSpPr/>
          <p:nvPr/>
        </p:nvSpPr>
        <p:spPr>
          <a:xfrm>
            <a:off x="5158292" y="0"/>
            <a:ext cx="7033708" cy="6858000"/>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152" name="Title Text"/>
          <p:cNvSpPr txBox="1"/>
          <p:nvPr>
            <p:ph type="title"/>
          </p:nvPr>
        </p:nvSpPr>
        <p:spPr>
          <a:xfrm>
            <a:off x="865415" y="2385974"/>
            <a:ext cx="3635641" cy="2561583"/>
          </a:xfrm>
          <a:prstGeom prst="rect">
            <a:avLst/>
          </a:prstGeom>
        </p:spPr>
        <p:txBody>
          <a:bodyPr anchor="t"/>
          <a:lstStyle>
            <a:lvl1pPr>
              <a:defRPr sz="4400"/>
            </a:lvl1pPr>
          </a:lstStyle>
          <a:p>
            <a:pPr/>
            <a:r>
              <a:t>Title Text</a:t>
            </a:r>
          </a:p>
        </p:txBody>
      </p:sp>
      <p:sp>
        <p:nvSpPr>
          <p:cNvPr id="153" name="Body Level One…"/>
          <p:cNvSpPr txBox="1"/>
          <p:nvPr>
            <p:ph type="body" sz="quarter" idx="1"/>
          </p:nvPr>
        </p:nvSpPr>
        <p:spPr>
          <a:xfrm>
            <a:off x="5679626" y="2386583"/>
            <a:ext cx="4827811" cy="2459737"/>
          </a:xfrm>
          <a:prstGeom prst="rect">
            <a:avLst/>
          </a:prstGeom>
        </p:spPr>
        <p:txBody>
          <a:bodyPr/>
          <a:lstStyle>
            <a:lvl1pPr marL="0" indent="0">
              <a:buSzTx/>
              <a:buFontTx/>
              <a:buNone/>
              <a:defRPr sz="2000"/>
            </a:lvl1pPr>
            <a:lvl2pPr marL="0" indent="228600">
              <a:buSzTx/>
              <a:buFontTx/>
              <a:buNone/>
              <a:defRPr sz="2000"/>
            </a:lvl2pPr>
            <a:lvl3pPr marL="0" indent="457200">
              <a:buSzTx/>
              <a:buFontTx/>
              <a:buNone/>
              <a:defRPr sz="2000"/>
            </a:lvl3pPr>
            <a:lvl4pPr marL="0" indent="685800">
              <a:buSzTx/>
              <a:buFontTx/>
              <a:buNone/>
              <a:defRPr sz="2000"/>
            </a:lvl4pPr>
            <a:lvl5pPr marL="0" indent="914400">
              <a:buSzTx/>
              <a:buFontTx/>
              <a:buNone/>
              <a:defRPr sz="2000"/>
            </a:lvl5pPr>
          </a:lstStyle>
          <a:p>
            <a:pPr/>
            <a:r>
              <a:t>Body Level One</a:t>
            </a:r>
          </a:p>
          <a:p>
            <a:pPr lvl="1"/>
            <a:r>
              <a:t>Body Level Two</a:t>
            </a:r>
          </a:p>
          <a:p>
            <a:pPr lvl="2"/>
            <a:r>
              <a:t>Body Level Three</a:t>
            </a:r>
          </a:p>
          <a:p>
            <a:pPr lvl="3"/>
            <a:r>
              <a:t>Body Level Four</a:t>
            </a:r>
          </a:p>
          <a:p>
            <a:pPr lvl="4"/>
            <a:r>
              <a:t>Body Level Five</a:t>
            </a:r>
          </a:p>
        </p:txBody>
      </p:sp>
      <p:sp>
        <p:nvSpPr>
          <p:cNvPr id="15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Content 4">
    <p:spTree>
      <p:nvGrpSpPr>
        <p:cNvPr id="1" name=""/>
        <p:cNvGrpSpPr/>
        <p:nvPr/>
      </p:nvGrpSpPr>
      <p:grpSpPr>
        <a:xfrm>
          <a:off x="0" y="0"/>
          <a:ext cx="0" cy="0"/>
          <a:chOff x="0" y="0"/>
          <a:chExt cx="0" cy="0"/>
        </a:xfrm>
      </p:grpSpPr>
      <p:sp>
        <p:nvSpPr>
          <p:cNvPr id="161" name="Rectangle 17"/>
          <p:cNvSpPr/>
          <p:nvPr/>
        </p:nvSpPr>
        <p:spPr>
          <a:xfrm>
            <a:off x="1" y="0"/>
            <a:ext cx="4998404" cy="6858000"/>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162" name="Title Text"/>
          <p:cNvSpPr txBox="1"/>
          <p:nvPr>
            <p:ph type="title"/>
          </p:nvPr>
        </p:nvSpPr>
        <p:spPr>
          <a:xfrm>
            <a:off x="457198" y="1861456"/>
            <a:ext cx="3902531" cy="3900337"/>
          </a:xfrm>
          <a:prstGeom prst="rect">
            <a:avLst/>
          </a:prstGeom>
        </p:spPr>
        <p:txBody>
          <a:bodyPr anchor="t"/>
          <a:lstStyle>
            <a:lvl1pPr>
              <a:defRPr sz="4000"/>
            </a:lvl1pPr>
          </a:lstStyle>
          <a:p>
            <a:pPr/>
            <a:r>
              <a:t>Title Text</a:t>
            </a:r>
          </a:p>
        </p:txBody>
      </p:sp>
      <p:sp>
        <p:nvSpPr>
          <p:cNvPr id="163" name="Body Level One…"/>
          <p:cNvSpPr txBox="1"/>
          <p:nvPr>
            <p:ph type="body" sz="half" idx="1"/>
          </p:nvPr>
        </p:nvSpPr>
        <p:spPr>
          <a:xfrm>
            <a:off x="5519737" y="1861456"/>
            <a:ext cx="4956176" cy="3895002"/>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Content 5">
    <p:spTree>
      <p:nvGrpSpPr>
        <p:cNvPr id="1" name=""/>
        <p:cNvGrpSpPr/>
        <p:nvPr/>
      </p:nvGrpSpPr>
      <p:grpSpPr>
        <a:xfrm>
          <a:off x="0" y="0"/>
          <a:ext cx="0" cy="0"/>
          <a:chOff x="0" y="0"/>
          <a:chExt cx="0" cy="0"/>
        </a:xfrm>
      </p:grpSpPr>
      <p:sp>
        <p:nvSpPr>
          <p:cNvPr id="171" name="Rectangle 19"/>
          <p:cNvSpPr/>
          <p:nvPr/>
        </p:nvSpPr>
        <p:spPr>
          <a:xfrm>
            <a:off x="4998403" y="0"/>
            <a:ext cx="7193596" cy="6858000"/>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172" name="Title Text"/>
          <p:cNvSpPr txBox="1"/>
          <p:nvPr>
            <p:ph type="title"/>
          </p:nvPr>
        </p:nvSpPr>
        <p:spPr>
          <a:xfrm>
            <a:off x="457198" y="1331996"/>
            <a:ext cx="4023361" cy="4638826"/>
          </a:xfrm>
          <a:prstGeom prst="rect">
            <a:avLst/>
          </a:prstGeom>
        </p:spPr>
        <p:txBody>
          <a:bodyPr anchor="t"/>
          <a:lstStyle>
            <a:lvl1pPr>
              <a:defRPr sz="3200"/>
            </a:lvl1pPr>
          </a:lstStyle>
          <a:p>
            <a:pPr/>
            <a:r>
              <a:t>Title Text</a:t>
            </a:r>
          </a:p>
        </p:txBody>
      </p:sp>
      <p:sp>
        <p:nvSpPr>
          <p:cNvPr id="173" name="Body Level One…"/>
          <p:cNvSpPr txBox="1"/>
          <p:nvPr>
            <p:ph type="body" sz="half" idx="1"/>
          </p:nvPr>
        </p:nvSpPr>
        <p:spPr>
          <a:xfrm>
            <a:off x="5519737" y="1332432"/>
            <a:ext cx="5681663" cy="481806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Content 6">
    <p:spTree>
      <p:nvGrpSpPr>
        <p:cNvPr id="1" name=""/>
        <p:cNvGrpSpPr/>
        <p:nvPr/>
      </p:nvGrpSpPr>
      <p:grpSpPr>
        <a:xfrm>
          <a:off x="0" y="0"/>
          <a:ext cx="0" cy="0"/>
          <a:chOff x="0" y="0"/>
          <a:chExt cx="0" cy="0"/>
        </a:xfrm>
      </p:grpSpPr>
      <p:sp>
        <p:nvSpPr>
          <p:cNvPr id="181" name="Rectangle 12"/>
          <p:cNvSpPr/>
          <p:nvPr/>
        </p:nvSpPr>
        <p:spPr>
          <a:xfrm>
            <a:off x="0" y="1"/>
            <a:ext cx="4998404" cy="6858001"/>
          </a:xfrm>
          <a:prstGeom prst="rect">
            <a:avLst/>
          </a:prstGeom>
          <a:solidFill>
            <a:srgbClr val="FFFFFF"/>
          </a:solidFill>
          <a:ln w="12700">
            <a:miter lim="400000"/>
          </a:ln>
          <a:effectLst>
            <a:outerShdw sx="100000" sy="100000" kx="0" ky="0" algn="b" rotWithShape="0" blurRad="292100" dist="25400" dir="5400000">
              <a:srgbClr val="000000">
                <a:alpha val="20000"/>
              </a:srgbClr>
            </a:outerShdw>
          </a:effectLst>
        </p:spPr>
        <p:txBody>
          <a:bodyPr lIns="45719" rIns="45719" anchor="ctr"/>
          <a:lstStyle/>
          <a:p>
            <a:pPr algn="ctr">
              <a:defRPr>
                <a:solidFill>
                  <a:srgbClr val="FFFFFF"/>
                </a:solidFill>
              </a:defRPr>
            </a:pPr>
          </a:p>
        </p:txBody>
      </p:sp>
      <p:sp>
        <p:nvSpPr>
          <p:cNvPr id="182" name="Title Text"/>
          <p:cNvSpPr txBox="1"/>
          <p:nvPr>
            <p:ph type="title"/>
          </p:nvPr>
        </p:nvSpPr>
        <p:spPr>
          <a:xfrm>
            <a:off x="457198" y="894391"/>
            <a:ext cx="4031621" cy="4940661"/>
          </a:xfrm>
          <a:prstGeom prst="rect">
            <a:avLst/>
          </a:prstGeom>
        </p:spPr>
        <p:txBody>
          <a:bodyPr anchor="t"/>
          <a:lstStyle>
            <a:lvl1pPr>
              <a:defRPr sz="3200"/>
            </a:lvl1pPr>
          </a:lstStyle>
          <a:p>
            <a:pPr/>
            <a:r>
              <a:t>Title Text</a:t>
            </a:r>
          </a:p>
        </p:txBody>
      </p:sp>
      <p:sp>
        <p:nvSpPr>
          <p:cNvPr id="183" name="Body Level One…"/>
          <p:cNvSpPr txBox="1"/>
          <p:nvPr>
            <p:ph type="body" sz="half" idx="1"/>
          </p:nvPr>
        </p:nvSpPr>
        <p:spPr>
          <a:xfrm>
            <a:off x="5522912" y="894391"/>
            <a:ext cx="6159501" cy="539082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Content 7">
    <p:spTree>
      <p:nvGrpSpPr>
        <p:cNvPr id="1" name=""/>
        <p:cNvGrpSpPr/>
        <p:nvPr/>
      </p:nvGrpSpPr>
      <p:grpSpPr>
        <a:xfrm>
          <a:off x="0" y="0"/>
          <a:ext cx="0" cy="0"/>
          <a:chOff x="0" y="0"/>
          <a:chExt cx="0" cy="0"/>
        </a:xfrm>
      </p:grpSpPr>
      <p:sp>
        <p:nvSpPr>
          <p:cNvPr id="191" name="Title Text"/>
          <p:cNvSpPr txBox="1"/>
          <p:nvPr>
            <p:ph type="title"/>
          </p:nvPr>
        </p:nvSpPr>
        <p:spPr>
          <a:xfrm>
            <a:off x="457198" y="457200"/>
            <a:ext cx="3409650" cy="5719639"/>
          </a:xfrm>
          <a:prstGeom prst="rect">
            <a:avLst/>
          </a:prstGeom>
        </p:spPr>
        <p:txBody>
          <a:bodyPr anchor="t"/>
          <a:lstStyle>
            <a:lvl1pPr>
              <a:defRPr sz="3200"/>
            </a:lvl1pPr>
          </a:lstStyle>
          <a:p>
            <a:pPr/>
            <a:r>
              <a:t>Title Text</a:t>
            </a:r>
          </a:p>
        </p:txBody>
      </p:sp>
      <p:sp>
        <p:nvSpPr>
          <p:cNvPr id="192" name="Body Level One…"/>
          <p:cNvSpPr txBox="1"/>
          <p:nvPr>
            <p:ph type="body" idx="1"/>
          </p:nvPr>
        </p:nvSpPr>
        <p:spPr>
          <a:xfrm>
            <a:off x="4504268" y="457200"/>
            <a:ext cx="7315201" cy="580644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9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Content 8">
    <p:spTree>
      <p:nvGrpSpPr>
        <p:cNvPr id="1" name=""/>
        <p:cNvGrpSpPr/>
        <p:nvPr/>
      </p:nvGrpSpPr>
      <p:grpSpPr>
        <a:xfrm>
          <a:off x="0" y="0"/>
          <a:ext cx="0" cy="0"/>
          <a:chOff x="0" y="0"/>
          <a:chExt cx="0" cy="0"/>
        </a:xfrm>
      </p:grpSpPr>
      <p:sp>
        <p:nvSpPr>
          <p:cNvPr id="200" name="Rectangle 2"/>
          <p:cNvSpPr/>
          <p:nvPr/>
        </p:nvSpPr>
        <p:spPr>
          <a:xfrm>
            <a:off x="-1" y="0"/>
            <a:ext cx="3973692" cy="6858000"/>
          </a:xfrm>
          <a:prstGeom prst="rect">
            <a:avLst/>
          </a:prstGeom>
          <a:solidFill>
            <a:srgbClr val="FFFFFF"/>
          </a:solidFill>
          <a:ln w="12700">
            <a:miter lim="400000"/>
          </a:ln>
          <a:effectLst>
            <a:outerShdw sx="100000" sy="100000" kx="0" ky="0" algn="b" rotWithShape="0" blurRad="254000" dist="25400" dir="5400000">
              <a:srgbClr val="000000">
                <a:alpha val="20000"/>
              </a:srgbClr>
            </a:outerShdw>
          </a:effectLst>
        </p:spPr>
        <p:txBody>
          <a:bodyPr lIns="45719" rIns="45719" anchor="ctr"/>
          <a:lstStyle/>
          <a:p>
            <a:pPr algn="ctr">
              <a:defRPr>
                <a:solidFill>
                  <a:srgbClr val="FFFFFF"/>
                </a:solidFill>
              </a:defRPr>
            </a:pPr>
          </a:p>
        </p:txBody>
      </p:sp>
      <p:sp>
        <p:nvSpPr>
          <p:cNvPr id="201" name="Title Text"/>
          <p:cNvSpPr txBox="1"/>
          <p:nvPr>
            <p:ph type="title"/>
          </p:nvPr>
        </p:nvSpPr>
        <p:spPr>
          <a:xfrm>
            <a:off x="457198" y="457200"/>
            <a:ext cx="3409650" cy="5719639"/>
          </a:xfrm>
          <a:prstGeom prst="rect">
            <a:avLst/>
          </a:prstGeom>
        </p:spPr>
        <p:txBody>
          <a:bodyPr anchor="t"/>
          <a:lstStyle>
            <a:lvl1pPr>
              <a:defRPr sz="3200"/>
            </a:lvl1pPr>
          </a:lstStyle>
          <a:p>
            <a:pPr/>
            <a:r>
              <a:t>Title Text</a:t>
            </a:r>
          </a:p>
        </p:txBody>
      </p:sp>
      <p:sp>
        <p:nvSpPr>
          <p:cNvPr id="202" name="Body Level One…"/>
          <p:cNvSpPr txBox="1"/>
          <p:nvPr>
            <p:ph type="body" idx="1"/>
          </p:nvPr>
        </p:nvSpPr>
        <p:spPr>
          <a:xfrm>
            <a:off x="4504268" y="457200"/>
            <a:ext cx="7315201" cy="580644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1">
    <p:spTree>
      <p:nvGrpSpPr>
        <p:cNvPr id="1" name=""/>
        <p:cNvGrpSpPr/>
        <p:nvPr/>
      </p:nvGrpSpPr>
      <p:grpSpPr>
        <a:xfrm>
          <a:off x="0" y="0"/>
          <a:ext cx="0" cy="0"/>
          <a:chOff x="0" y="0"/>
          <a:chExt cx="0" cy="0"/>
        </a:xfrm>
      </p:grpSpPr>
      <p:sp>
        <p:nvSpPr>
          <p:cNvPr id="210" name="Rectangle 11"/>
          <p:cNvSpPr/>
          <p:nvPr/>
        </p:nvSpPr>
        <p:spPr>
          <a:xfrm>
            <a:off x="-1" y="0"/>
            <a:ext cx="4710409" cy="6858000"/>
          </a:xfrm>
          <a:prstGeom prst="rect">
            <a:avLst/>
          </a:prstGeom>
          <a:solidFill>
            <a:srgbClr val="FFFFFF"/>
          </a:solidFill>
          <a:ln w="12700">
            <a:miter lim="400000"/>
          </a:ln>
          <a:effectLst>
            <a:outerShdw sx="100000" sy="100000" kx="0" ky="0" algn="b" rotWithShape="0" blurRad="279400" dist="38100" dir="5400000">
              <a:srgbClr val="000000">
                <a:alpha val="20000"/>
              </a:srgbClr>
            </a:outerShdw>
          </a:effectLst>
        </p:spPr>
        <p:txBody>
          <a:bodyPr lIns="45719" rIns="45719" anchor="ctr"/>
          <a:lstStyle/>
          <a:p>
            <a:pPr algn="ctr">
              <a:defRPr>
                <a:solidFill>
                  <a:srgbClr val="FFFFFF"/>
                </a:solidFill>
              </a:defRPr>
            </a:pPr>
          </a:p>
        </p:txBody>
      </p:sp>
      <p:sp>
        <p:nvSpPr>
          <p:cNvPr id="211" name="Title Text"/>
          <p:cNvSpPr txBox="1"/>
          <p:nvPr>
            <p:ph type="title"/>
          </p:nvPr>
        </p:nvSpPr>
        <p:spPr>
          <a:xfrm>
            <a:off x="5232827" y="722293"/>
            <a:ext cx="6399336" cy="1143001"/>
          </a:xfrm>
          <a:prstGeom prst="rect">
            <a:avLst/>
          </a:prstGeom>
        </p:spPr>
        <p:txBody>
          <a:bodyPr anchor="b"/>
          <a:lstStyle>
            <a:lvl1pPr>
              <a:defRPr sz="3200"/>
            </a:lvl1pPr>
          </a:lstStyle>
          <a:p>
            <a:pPr/>
            <a:r>
              <a:t>Title Text</a:t>
            </a:r>
          </a:p>
        </p:txBody>
      </p:sp>
      <p:sp>
        <p:nvSpPr>
          <p:cNvPr id="212" name="Picture Placeholder 10"/>
          <p:cNvSpPr/>
          <p:nvPr>
            <p:ph type="pic" sz="half" idx="21"/>
          </p:nvPr>
        </p:nvSpPr>
        <p:spPr>
          <a:xfrm>
            <a:off x="0" y="1"/>
            <a:ext cx="4710408" cy="6858001"/>
          </a:xfrm>
          <a:prstGeom prst="rect">
            <a:avLst/>
          </a:prstGeom>
        </p:spPr>
        <p:txBody>
          <a:bodyPr lIns="91439" rIns="91439">
            <a:noAutofit/>
          </a:bodyPr>
          <a:lstStyle/>
          <a:p>
            <a:pPr/>
          </a:p>
        </p:txBody>
      </p:sp>
      <p:sp>
        <p:nvSpPr>
          <p:cNvPr id="213" name="Body Level One…"/>
          <p:cNvSpPr txBox="1"/>
          <p:nvPr>
            <p:ph type="body" sz="half" idx="1"/>
          </p:nvPr>
        </p:nvSpPr>
        <p:spPr>
          <a:xfrm>
            <a:off x="5233913" y="2038167"/>
            <a:ext cx="6376640" cy="423794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2">
    <p:spTree>
      <p:nvGrpSpPr>
        <p:cNvPr id="1" name=""/>
        <p:cNvGrpSpPr/>
        <p:nvPr/>
      </p:nvGrpSpPr>
      <p:grpSpPr>
        <a:xfrm>
          <a:off x="0" y="0"/>
          <a:ext cx="0" cy="0"/>
          <a:chOff x="0" y="0"/>
          <a:chExt cx="0" cy="0"/>
        </a:xfrm>
      </p:grpSpPr>
      <p:sp>
        <p:nvSpPr>
          <p:cNvPr id="221" name="Rectangle 2"/>
          <p:cNvSpPr/>
          <p:nvPr/>
        </p:nvSpPr>
        <p:spPr>
          <a:xfrm>
            <a:off x="-1" y="-2"/>
            <a:ext cx="12192001" cy="1715536"/>
          </a:xfrm>
          <a:prstGeom prst="rect">
            <a:avLst/>
          </a:prstGeom>
          <a:solidFill>
            <a:srgbClr val="FFFFFF"/>
          </a:solidFill>
          <a:ln w="12700">
            <a:miter lim="400000"/>
          </a:ln>
          <a:effectLst>
            <a:outerShdw sx="100000" sy="100000" kx="0" ky="0" algn="b" rotWithShape="0" blurRad="228600" dist="25400" dir="5400000">
              <a:srgbClr val="000000">
                <a:alpha val="15000"/>
              </a:srgbClr>
            </a:outerShdw>
          </a:effectLst>
        </p:spPr>
        <p:txBody>
          <a:bodyPr lIns="45719" rIns="45719" anchor="ctr"/>
          <a:lstStyle/>
          <a:p>
            <a:pPr algn="ctr">
              <a:defRPr>
                <a:solidFill>
                  <a:srgbClr val="FFFFFF"/>
                </a:solidFill>
              </a:defRPr>
            </a:pPr>
          </a:p>
        </p:txBody>
      </p:sp>
      <p:sp>
        <p:nvSpPr>
          <p:cNvPr id="222" name="Rectangle 5"/>
          <p:cNvSpPr/>
          <p:nvPr/>
        </p:nvSpPr>
        <p:spPr>
          <a:xfrm>
            <a:off x="7400542" y="0"/>
            <a:ext cx="4791458" cy="6858000"/>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223" name="Title Text"/>
          <p:cNvSpPr txBox="1"/>
          <p:nvPr>
            <p:ph type="title"/>
          </p:nvPr>
        </p:nvSpPr>
        <p:spPr>
          <a:xfrm>
            <a:off x="457200" y="438912"/>
            <a:ext cx="6249033" cy="987553"/>
          </a:xfrm>
          <a:prstGeom prst="rect">
            <a:avLst/>
          </a:prstGeom>
        </p:spPr>
        <p:txBody>
          <a:bodyPr anchor="b"/>
          <a:lstStyle>
            <a:lvl1pPr>
              <a:defRPr sz="3200"/>
            </a:lvl1pPr>
          </a:lstStyle>
          <a:p>
            <a:pPr/>
            <a:r>
              <a:t>Title Text</a:t>
            </a:r>
          </a:p>
        </p:txBody>
      </p:sp>
      <p:sp>
        <p:nvSpPr>
          <p:cNvPr id="224" name="Body Level One…"/>
          <p:cNvSpPr txBox="1"/>
          <p:nvPr>
            <p:ph type="body" sz="half" idx="1"/>
          </p:nvPr>
        </p:nvSpPr>
        <p:spPr>
          <a:xfrm>
            <a:off x="457200" y="2031143"/>
            <a:ext cx="6249033" cy="420340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5" name="Picture Placeholder 10"/>
          <p:cNvSpPr/>
          <p:nvPr>
            <p:ph type="pic" sz="half" idx="21"/>
          </p:nvPr>
        </p:nvSpPr>
        <p:spPr>
          <a:xfrm>
            <a:off x="7400543" y="0"/>
            <a:ext cx="4791457" cy="6858000"/>
          </a:xfrm>
          <a:prstGeom prst="rect">
            <a:avLst/>
          </a:prstGeom>
        </p:spPr>
        <p:txBody>
          <a:bodyPr lIns="91439" rIns="91439">
            <a:noAutofit/>
          </a:bodyPr>
          <a:lstStyle/>
          <a:p>
            <a:pPr/>
          </a:p>
        </p:txBody>
      </p:sp>
      <p:sp>
        <p:nvSpPr>
          <p:cNvPr id="226" name="Slide Number"/>
          <p:cNvSpPr txBox="1"/>
          <p:nvPr>
            <p:ph type="sldNum" sz="quarter" idx="2"/>
          </p:nvPr>
        </p:nvSpPr>
        <p:spPr>
          <a:xfrm>
            <a:off x="6784007" y="6445432"/>
            <a:ext cx="273656" cy="269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3">
    <p:spTree>
      <p:nvGrpSpPr>
        <p:cNvPr id="1" name=""/>
        <p:cNvGrpSpPr/>
        <p:nvPr/>
      </p:nvGrpSpPr>
      <p:grpSpPr>
        <a:xfrm>
          <a:off x="0" y="0"/>
          <a:ext cx="0" cy="0"/>
          <a:chOff x="0" y="0"/>
          <a:chExt cx="0" cy="0"/>
        </a:xfrm>
      </p:grpSpPr>
      <p:sp>
        <p:nvSpPr>
          <p:cNvPr id="233" name="Rectangle 12"/>
          <p:cNvSpPr/>
          <p:nvPr/>
        </p:nvSpPr>
        <p:spPr>
          <a:xfrm>
            <a:off x="-1" y="0"/>
            <a:ext cx="4019931" cy="6858000"/>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234" name="Title Text"/>
          <p:cNvSpPr txBox="1"/>
          <p:nvPr>
            <p:ph type="title"/>
          </p:nvPr>
        </p:nvSpPr>
        <p:spPr>
          <a:xfrm>
            <a:off x="4541263" y="320040"/>
            <a:ext cx="7062473" cy="1105349"/>
          </a:xfrm>
          <a:prstGeom prst="rect">
            <a:avLst/>
          </a:prstGeom>
        </p:spPr>
        <p:txBody>
          <a:bodyPr anchor="b"/>
          <a:lstStyle>
            <a:lvl1pPr>
              <a:defRPr sz="3200"/>
            </a:lvl1pPr>
          </a:lstStyle>
          <a:p>
            <a:pPr/>
            <a:r>
              <a:t>Title Text</a:t>
            </a:r>
          </a:p>
        </p:txBody>
      </p:sp>
      <p:sp>
        <p:nvSpPr>
          <p:cNvPr id="235" name="Picture Placeholder 10"/>
          <p:cNvSpPr/>
          <p:nvPr>
            <p:ph type="pic" sz="half" idx="21"/>
          </p:nvPr>
        </p:nvSpPr>
        <p:spPr>
          <a:xfrm>
            <a:off x="0" y="1"/>
            <a:ext cx="4019930" cy="6858001"/>
          </a:xfrm>
          <a:prstGeom prst="rect">
            <a:avLst/>
          </a:prstGeom>
        </p:spPr>
        <p:txBody>
          <a:bodyPr lIns="91439" rIns="91439">
            <a:noAutofit/>
          </a:bodyPr>
          <a:lstStyle/>
          <a:p>
            <a:pPr/>
          </a:p>
        </p:txBody>
      </p:sp>
      <p:sp>
        <p:nvSpPr>
          <p:cNvPr id="236" name="Body Level One…"/>
          <p:cNvSpPr txBox="1"/>
          <p:nvPr>
            <p:ph type="body" idx="1"/>
          </p:nvPr>
        </p:nvSpPr>
        <p:spPr>
          <a:xfrm>
            <a:off x="4541263" y="1595300"/>
            <a:ext cx="7062473" cy="476892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4">
    <p:spTree>
      <p:nvGrpSpPr>
        <p:cNvPr id="1" name=""/>
        <p:cNvGrpSpPr/>
        <p:nvPr/>
      </p:nvGrpSpPr>
      <p:grpSpPr>
        <a:xfrm>
          <a:off x="0" y="0"/>
          <a:ext cx="0" cy="0"/>
          <a:chOff x="0" y="0"/>
          <a:chExt cx="0" cy="0"/>
        </a:xfrm>
      </p:grpSpPr>
      <p:sp>
        <p:nvSpPr>
          <p:cNvPr id="244" name="Rectangle 5"/>
          <p:cNvSpPr/>
          <p:nvPr/>
        </p:nvSpPr>
        <p:spPr>
          <a:xfrm>
            <a:off x="8091731" y="0"/>
            <a:ext cx="4100269" cy="6858000"/>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245" name="Title Text"/>
          <p:cNvSpPr txBox="1"/>
          <p:nvPr>
            <p:ph type="title"/>
          </p:nvPr>
        </p:nvSpPr>
        <p:spPr>
          <a:xfrm>
            <a:off x="457200" y="457200"/>
            <a:ext cx="7084143" cy="968896"/>
          </a:xfrm>
          <a:prstGeom prst="rect">
            <a:avLst/>
          </a:prstGeom>
        </p:spPr>
        <p:txBody>
          <a:bodyPr anchor="b"/>
          <a:lstStyle>
            <a:lvl1pPr>
              <a:defRPr sz="3200"/>
            </a:lvl1pPr>
          </a:lstStyle>
          <a:p>
            <a:pPr/>
            <a:r>
              <a:t>Title Text</a:t>
            </a:r>
          </a:p>
        </p:txBody>
      </p:sp>
      <p:sp>
        <p:nvSpPr>
          <p:cNvPr id="246" name="Body Level One…"/>
          <p:cNvSpPr txBox="1"/>
          <p:nvPr>
            <p:ph type="body" sz="half" idx="1"/>
          </p:nvPr>
        </p:nvSpPr>
        <p:spPr>
          <a:xfrm>
            <a:off x="457198" y="1596043"/>
            <a:ext cx="7084144" cy="468677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47" name="Picture Placeholder 10"/>
          <p:cNvSpPr/>
          <p:nvPr>
            <p:ph type="pic" sz="half" idx="21"/>
          </p:nvPr>
        </p:nvSpPr>
        <p:spPr>
          <a:xfrm>
            <a:off x="8091731" y="0"/>
            <a:ext cx="4100268" cy="6858000"/>
          </a:xfrm>
          <a:prstGeom prst="rect">
            <a:avLst/>
          </a:prstGeom>
        </p:spPr>
        <p:txBody>
          <a:bodyPr lIns="91439" rIns="91439">
            <a:noAutofit/>
          </a:bodyPr>
          <a:lstStyle/>
          <a:p>
            <a:pPr/>
          </a:p>
        </p:txBody>
      </p:sp>
      <p:sp>
        <p:nvSpPr>
          <p:cNvPr id="248" name="Slide Number"/>
          <p:cNvSpPr txBox="1"/>
          <p:nvPr>
            <p:ph type="sldNum" sz="quarter" idx="2"/>
          </p:nvPr>
        </p:nvSpPr>
        <p:spPr>
          <a:xfrm>
            <a:off x="7403274" y="6445713"/>
            <a:ext cx="273656" cy="269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5">
    <p:spTree>
      <p:nvGrpSpPr>
        <p:cNvPr id="1" name=""/>
        <p:cNvGrpSpPr/>
        <p:nvPr/>
      </p:nvGrpSpPr>
      <p:grpSpPr>
        <a:xfrm>
          <a:off x="0" y="0"/>
          <a:ext cx="0" cy="0"/>
          <a:chOff x="0" y="0"/>
          <a:chExt cx="0" cy="0"/>
        </a:xfrm>
      </p:grpSpPr>
      <p:sp>
        <p:nvSpPr>
          <p:cNvPr id="255" name="Rectangle 9"/>
          <p:cNvSpPr/>
          <p:nvPr/>
        </p:nvSpPr>
        <p:spPr>
          <a:xfrm>
            <a:off x="-1" y="0"/>
            <a:ext cx="6721070" cy="6858000"/>
          </a:xfrm>
          <a:prstGeom prst="rect">
            <a:avLst/>
          </a:prstGeom>
          <a:solidFill>
            <a:srgbClr val="FFFFFF"/>
          </a:solidFill>
          <a:ln w="12700">
            <a:miter lim="400000"/>
          </a:ln>
          <a:effectLst>
            <a:outerShdw sx="100000" sy="100000" kx="0" ky="0" algn="b" rotWithShape="0" blurRad="254000" dist="50800" dir="5400000">
              <a:srgbClr val="000000">
                <a:alpha val="23000"/>
              </a:srgbClr>
            </a:outerShdw>
          </a:effectLst>
        </p:spPr>
        <p:txBody>
          <a:bodyPr lIns="45719" rIns="45719" anchor="ctr"/>
          <a:lstStyle/>
          <a:p>
            <a:pPr algn="ctr">
              <a:defRPr>
                <a:solidFill>
                  <a:srgbClr val="FFFFFF"/>
                </a:solidFill>
              </a:defRPr>
            </a:pPr>
          </a:p>
        </p:txBody>
      </p:sp>
      <p:sp>
        <p:nvSpPr>
          <p:cNvPr id="256" name="Title Text"/>
          <p:cNvSpPr txBox="1"/>
          <p:nvPr>
            <p:ph type="title"/>
          </p:nvPr>
        </p:nvSpPr>
        <p:spPr>
          <a:xfrm>
            <a:off x="7242526" y="457200"/>
            <a:ext cx="4437284" cy="1410021"/>
          </a:xfrm>
          <a:prstGeom prst="rect">
            <a:avLst/>
          </a:prstGeom>
        </p:spPr>
        <p:txBody>
          <a:bodyPr anchor="b"/>
          <a:lstStyle>
            <a:lvl1pPr>
              <a:defRPr sz="3200"/>
            </a:lvl1pPr>
          </a:lstStyle>
          <a:p>
            <a:pPr/>
            <a:r>
              <a:t>Title Text</a:t>
            </a:r>
          </a:p>
        </p:txBody>
      </p:sp>
      <p:sp>
        <p:nvSpPr>
          <p:cNvPr id="257" name="Picture Placeholder 10"/>
          <p:cNvSpPr/>
          <p:nvPr>
            <p:ph type="pic" idx="21"/>
          </p:nvPr>
        </p:nvSpPr>
        <p:spPr>
          <a:xfrm>
            <a:off x="0" y="0"/>
            <a:ext cx="6721069" cy="6858000"/>
          </a:xfrm>
          <a:prstGeom prst="rect">
            <a:avLst/>
          </a:prstGeom>
        </p:spPr>
        <p:txBody>
          <a:bodyPr lIns="91439" rIns="91439">
            <a:noAutofit/>
          </a:bodyPr>
          <a:lstStyle/>
          <a:p>
            <a:pPr/>
          </a:p>
        </p:txBody>
      </p:sp>
      <p:sp>
        <p:nvSpPr>
          <p:cNvPr id="258" name="Body Level One…"/>
          <p:cNvSpPr txBox="1"/>
          <p:nvPr>
            <p:ph type="body" sz="half" idx="1"/>
          </p:nvPr>
        </p:nvSpPr>
        <p:spPr>
          <a:xfrm>
            <a:off x="7242463" y="2034314"/>
            <a:ext cx="4437284" cy="4274412"/>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6">
    <p:spTree>
      <p:nvGrpSpPr>
        <p:cNvPr id="1" name=""/>
        <p:cNvGrpSpPr/>
        <p:nvPr/>
      </p:nvGrpSpPr>
      <p:grpSpPr>
        <a:xfrm>
          <a:off x="0" y="0"/>
          <a:ext cx="0" cy="0"/>
          <a:chOff x="0" y="0"/>
          <a:chExt cx="0" cy="0"/>
        </a:xfrm>
      </p:grpSpPr>
      <p:sp>
        <p:nvSpPr>
          <p:cNvPr id="266" name="Rectangle 3"/>
          <p:cNvSpPr/>
          <p:nvPr/>
        </p:nvSpPr>
        <p:spPr>
          <a:xfrm>
            <a:off x="5666013" y="0"/>
            <a:ext cx="6525987" cy="6858000"/>
          </a:xfrm>
          <a:prstGeom prst="rect">
            <a:avLst/>
          </a:prstGeom>
          <a:solidFill>
            <a:srgbClr val="FFFFFF"/>
          </a:solidFill>
          <a:ln w="12700">
            <a:miter lim="400000"/>
          </a:ln>
          <a:effectLst>
            <a:outerShdw sx="100000" sy="100000" kx="0" ky="0" algn="b" rotWithShape="0" blurRad="254000" dist="50800" dir="5400000">
              <a:srgbClr val="000000">
                <a:alpha val="23000"/>
              </a:srgbClr>
            </a:outerShdw>
          </a:effectLst>
        </p:spPr>
        <p:txBody>
          <a:bodyPr lIns="45719" rIns="45719" anchor="ctr"/>
          <a:lstStyle/>
          <a:p>
            <a:pPr algn="ctr">
              <a:defRPr>
                <a:solidFill>
                  <a:srgbClr val="FFFFFF"/>
                </a:solidFill>
              </a:defRPr>
            </a:pPr>
          </a:p>
        </p:txBody>
      </p:sp>
      <p:sp>
        <p:nvSpPr>
          <p:cNvPr id="267" name="Title Text"/>
          <p:cNvSpPr txBox="1"/>
          <p:nvPr>
            <p:ph type="title"/>
          </p:nvPr>
        </p:nvSpPr>
        <p:spPr>
          <a:xfrm>
            <a:off x="457200" y="457198"/>
            <a:ext cx="4596494" cy="1843238"/>
          </a:xfrm>
          <a:prstGeom prst="rect">
            <a:avLst/>
          </a:prstGeom>
        </p:spPr>
        <p:txBody>
          <a:bodyPr anchor="b"/>
          <a:lstStyle>
            <a:lvl1pPr>
              <a:defRPr sz="3200"/>
            </a:lvl1pPr>
          </a:lstStyle>
          <a:p>
            <a:pPr/>
            <a:r>
              <a:t>Title Text</a:t>
            </a:r>
          </a:p>
        </p:txBody>
      </p:sp>
      <p:sp>
        <p:nvSpPr>
          <p:cNvPr id="268" name="Body Level One…"/>
          <p:cNvSpPr txBox="1"/>
          <p:nvPr>
            <p:ph type="body" sz="half" idx="1"/>
          </p:nvPr>
        </p:nvSpPr>
        <p:spPr>
          <a:xfrm>
            <a:off x="457200" y="2467530"/>
            <a:ext cx="4596494" cy="3841194"/>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69" name="Picture Placeholder 10"/>
          <p:cNvSpPr/>
          <p:nvPr>
            <p:ph type="pic" idx="21"/>
          </p:nvPr>
        </p:nvSpPr>
        <p:spPr>
          <a:xfrm>
            <a:off x="5666013" y="0"/>
            <a:ext cx="6525987" cy="6858000"/>
          </a:xfrm>
          <a:prstGeom prst="rect">
            <a:avLst/>
          </a:prstGeom>
        </p:spPr>
        <p:txBody>
          <a:bodyPr lIns="91439" rIns="91439">
            <a:noAutofit/>
          </a:bodyPr>
          <a:lstStyle/>
          <a:p>
            <a:pPr/>
          </a:p>
        </p:txBody>
      </p:sp>
      <p:sp>
        <p:nvSpPr>
          <p:cNvPr id="270" name="Slide Number"/>
          <p:cNvSpPr txBox="1"/>
          <p:nvPr>
            <p:ph type="sldNum" sz="quarter" idx="2"/>
          </p:nvPr>
        </p:nvSpPr>
        <p:spPr>
          <a:xfrm>
            <a:off x="5108351" y="6448744"/>
            <a:ext cx="273657" cy="269241"/>
          </a:xfrm>
          <a:prstGeom prst="rect">
            <a:avLst/>
          </a:prstGeom>
        </p:spPr>
        <p:txBody>
          <a:bodyPr/>
          <a:lstStyle>
            <a:lvl1pPr>
              <a:defRPr>
                <a:solidFill>
                  <a:srgbClr val="090909"/>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7">
    <p:spTree>
      <p:nvGrpSpPr>
        <p:cNvPr id="1" name=""/>
        <p:cNvGrpSpPr/>
        <p:nvPr/>
      </p:nvGrpSpPr>
      <p:grpSpPr>
        <a:xfrm>
          <a:off x="0" y="0"/>
          <a:ext cx="0" cy="0"/>
          <a:chOff x="0" y="0"/>
          <a:chExt cx="0" cy="0"/>
        </a:xfrm>
      </p:grpSpPr>
      <p:sp>
        <p:nvSpPr>
          <p:cNvPr id="277" name="Rectangle 8"/>
          <p:cNvSpPr/>
          <p:nvPr/>
        </p:nvSpPr>
        <p:spPr>
          <a:xfrm>
            <a:off x="5666011" y="0"/>
            <a:ext cx="6525988" cy="6858000"/>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278" name="Title Text"/>
          <p:cNvSpPr txBox="1"/>
          <p:nvPr>
            <p:ph type="title"/>
          </p:nvPr>
        </p:nvSpPr>
        <p:spPr>
          <a:xfrm>
            <a:off x="457198" y="457200"/>
            <a:ext cx="4702629" cy="967512"/>
          </a:xfrm>
          <a:prstGeom prst="rect">
            <a:avLst/>
          </a:prstGeom>
        </p:spPr>
        <p:txBody>
          <a:bodyPr anchor="b"/>
          <a:lstStyle>
            <a:lvl1pPr>
              <a:defRPr sz="3200"/>
            </a:lvl1pPr>
          </a:lstStyle>
          <a:p>
            <a:pPr/>
            <a:r>
              <a:t>Title Text</a:t>
            </a:r>
          </a:p>
        </p:txBody>
      </p:sp>
      <p:sp>
        <p:nvSpPr>
          <p:cNvPr id="279" name="Body Level One…"/>
          <p:cNvSpPr txBox="1"/>
          <p:nvPr>
            <p:ph type="body" sz="half" idx="1"/>
          </p:nvPr>
        </p:nvSpPr>
        <p:spPr>
          <a:xfrm>
            <a:off x="457200" y="1596592"/>
            <a:ext cx="4702629" cy="4765806"/>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80" name="Picture Placeholder 10"/>
          <p:cNvSpPr/>
          <p:nvPr>
            <p:ph type="pic" idx="21"/>
          </p:nvPr>
        </p:nvSpPr>
        <p:spPr>
          <a:xfrm>
            <a:off x="5666013" y="0"/>
            <a:ext cx="6525987" cy="6858000"/>
          </a:xfrm>
          <a:prstGeom prst="rect">
            <a:avLst/>
          </a:prstGeom>
        </p:spPr>
        <p:txBody>
          <a:bodyPr lIns="91439" rIns="91439">
            <a:noAutofit/>
          </a:bodyPr>
          <a:lstStyle/>
          <a:p>
            <a:pPr/>
          </a:p>
        </p:txBody>
      </p:sp>
      <p:sp>
        <p:nvSpPr>
          <p:cNvPr id="281" name="Slide Number"/>
          <p:cNvSpPr txBox="1"/>
          <p:nvPr>
            <p:ph type="sldNum" sz="quarter" idx="2"/>
          </p:nvPr>
        </p:nvSpPr>
        <p:spPr>
          <a:xfrm>
            <a:off x="5108227" y="6448742"/>
            <a:ext cx="273656" cy="269241"/>
          </a:xfrm>
          <a:prstGeom prst="rect">
            <a:avLst/>
          </a:prstGeom>
        </p:spPr>
        <p:txBody>
          <a:bodyPr/>
          <a:lstStyle>
            <a:lvl1pPr>
              <a:defRPr>
                <a:solidFill>
                  <a:srgbClr val="090909"/>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8">
    <p:spTree>
      <p:nvGrpSpPr>
        <p:cNvPr id="1" name=""/>
        <p:cNvGrpSpPr/>
        <p:nvPr/>
      </p:nvGrpSpPr>
      <p:grpSpPr>
        <a:xfrm>
          <a:off x="0" y="0"/>
          <a:ext cx="0" cy="0"/>
          <a:chOff x="0" y="0"/>
          <a:chExt cx="0" cy="0"/>
        </a:xfrm>
      </p:grpSpPr>
      <p:sp>
        <p:nvSpPr>
          <p:cNvPr id="288" name="Rectangle 12"/>
          <p:cNvSpPr/>
          <p:nvPr/>
        </p:nvSpPr>
        <p:spPr>
          <a:xfrm>
            <a:off x="-1" y="0"/>
            <a:ext cx="7542726" cy="6858000"/>
          </a:xfrm>
          <a:prstGeom prst="rect">
            <a:avLst/>
          </a:prstGeom>
          <a:solidFill>
            <a:srgbClr val="FFFFFF"/>
          </a:solidFill>
          <a:ln w="12700">
            <a:miter lim="400000"/>
          </a:ln>
          <a:effectLst>
            <a:outerShdw sx="100000" sy="100000" kx="0" ky="0" algn="b" rotWithShape="0" blurRad="254000" dist="50800" dir="5400000">
              <a:srgbClr val="000000">
                <a:alpha val="23000"/>
              </a:srgbClr>
            </a:outerShdw>
          </a:effectLst>
        </p:spPr>
        <p:txBody>
          <a:bodyPr lIns="45719" rIns="45719" anchor="ctr"/>
          <a:lstStyle/>
          <a:p>
            <a:pPr algn="ctr">
              <a:defRPr>
                <a:solidFill>
                  <a:srgbClr val="FFFFFF"/>
                </a:solidFill>
              </a:defRPr>
            </a:pPr>
          </a:p>
        </p:txBody>
      </p:sp>
      <p:sp>
        <p:nvSpPr>
          <p:cNvPr id="289" name="Title Text"/>
          <p:cNvSpPr txBox="1"/>
          <p:nvPr>
            <p:ph type="title"/>
          </p:nvPr>
        </p:nvSpPr>
        <p:spPr>
          <a:xfrm>
            <a:off x="8064062" y="457198"/>
            <a:ext cx="3617863" cy="1860333"/>
          </a:xfrm>
          <a:prstGeom prst="rect">
            <a:avLst/>
          </a:prstGeom>
        </p:spPr>
        <p:txBody>
          <a:bodyPr anchor="b"/>
          <a:lstStyle>
            <a:lvl1pPr>
              <a:defRPr sz="3200"/>
            </a:lvl1pPr>
          </a:lstStyle>
          <a:p>
            <a:pPr/>
            <a:r>
              <a:t>Title Text</a:t>
            </a:r>
          </a:p>
        </p:txBody>
      </p:sp>
      <p:sp>
        <p:nvSpPr>
          <p:cNvPr id="290" name="Picture Placeholder 10"/>
          <p:cNvSpPr/>
          <p:nvPr>
            <p:ph type="pic" idx="21"/>
          </p:nvPr>
        </p:nvSpPr>
        <p:spPr>
          <a:xfrm>
            <a:off x="-2" y="0"/>
            <a:ext cx="7542726" cy="6858000"/>
          </a:xfrm>
          <a:prstGeom prst="rect">
            <a:avLst/>
          </a:prstGeom>
        </p:spPr>
        <p:txBody>
          <a:bodyPr lIns="91439" rIns="91439">
            <a:noAutofit/>
          </a:bodyPr>
          <a:lstStyle/>
          <a:p>
            <a:pPr/>
          </a:p>
        </p:txBody>
      </p:sp>
      <p:sp>
        <p:nvSpPr>
          <p:cNvPr id="291" name="Body Level One…"/>
          <p:cNvSpPr txBox="1"/>
          <p:nvPr>
            <p:ph type="body" sz="quarter" idx="1"/>
          </p:nvPr>
        </p:nvSpPr>
        <p:spPr>
          <a:xfrm>
            <a:off x="8064061" y="2486369"/>
            <a:ext cx="3617864" cy="3857187"/>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9">
    <p:spTree>
      <p:nvGrpSpPr>
        <p:cNvPr id="1" name=""/>
        <p:cNvGrpSpPr/>
        <p:nvPr/>
      </p:nvGrpSpPr>
      <p:grpSpPr>
        <a:xfrm>
          <a:off x="0" y="0"/>
          <a:ext cx="0" cy="0"/>
          <a:chOff x="0" y="0"/>
          <a:chExt cx="0" cy="0"/>
        </a:xfrm>
      </p:grpSpPr>
      <p:sp>
        <p:nvSpPr>
          <p:cNvPr id="299" name="Rectangle 12"/>
          <p:cNvSpPr/>
          <p:nvPr/>
        </p:nvSpPr>
        <p:spPr>
          <a:xfrm>
            <a:off x="-1" y="-3"/>
            <a:ext cx="12192001" cy="2028527"/>
          </a:xfrm>
          <a:prstGeom prst="rect">
            <a:avLst/>
          </a:prstGeom>
          <a:solidFill>
            <a:srgbClr val="FFFFFF"/>
          </a:solidFill>
          <a:ln w="12700">
            <a:miter lim="400000"/>
          </a:ln>
          <a:effectLst>
            <a:outerShdw sx="100000" sy="100000" kx="0" ky="0" algn="b" rotWithShape="0" blurRad="228600" dist="25400" dir="5400000">
              <a:srgbClr val="000000">
                <a:alpha val="15000"/>
              </a:srgbClr>
            </a:outerShdw>
          </a:effectLst>
        </p:spPr>
        <p:txBody>
          <a:bodyPr lIns="45719" rIns="45719" anchor="ctr"/>
          <a:lstStyle/>
          <a:p>
            <a:pPr algn="ctr">
              <a:defRPr>
                <a:solidFill>
                  <a:srgbClr val="FFFFFF"/>
                </a:solidFill>
              </a:defRPr>
            </a:pPr>
          </a:p>
        </p:txBody>
      </p:sp>
      <p:sp>
        <p:nvSpPr>
          <p:cNvPr id="300" name="Rectangle 3"/>
          <p:cNvSpPr/>
          <p:nvPr/>
        </p:nvSpPr>
        <p:spPr>
          <a:xfrm>
            <a:off x="4761779" y="0"/>
            <a:ext cx="7430221" cy="6858000"/>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301" name="Title Text"/>
          <p:cNvSpPr txBox="1"/>
          <p:nvPr>
            <p:ph type="title"/>
          </p:nvPr>
        </p:nvSpPr>
        <p:spPr>
          <a:xfrm>
            <a:off x="457200" y="433551"/>
            <a:ext cx="3836126" cy="1434663"/>
          </a:xfrm>
          <a:prstGeom prst="rect">
            <a:avLst/>
          </a:prstGeom>
        </p:spPr>
        <p:txBody>
          <a:bodyPr anchor="b"/>
          <a:lstStyle>
            <a:lvl1pPr>
              <a:defRPr sz="3200"/>
            </a:lvl1pPr>
          </a:lstStyle>
          <a:p>
            <a:pPr/>
            <a:r>
              <a:t>Title Text</a:t>
            </a:r>
          </a:p>
        </p:txBody>
      </p:sp>
      <p:sp>
        <p:nvSpPr>
          <p:cNvPr id="302" name="Body Level One…"/>
          <p:cNvSpPr txBox="1"/>
          <p:nvPr>
            <p:ph type="body" sz="quarter" idx="1"/>
          </p:nvPr>
        </p:nvSpPr>
        <p:spPr>
          <a:xfrm>
            <a:off x="457200" y="2413678"/>
            <a:ext cx="3836126" cy="3892530"/>
          </a:xfrm>
          <a:prstGeom prst="rect">
            <a:avLst/>
          </a:prstGeom>
        </p:spPr>
        <p:txBody>
          <a:bodyPr/>
          <a:lstStyle>
            <a:lvl1pPr marL="0" indent="0">
              <a:buSzTx/>
              <a:buFontTx/>
              <a:buNone/>
            </a:lvl1pPr>
            <a:lvl2pPr>
              <a:buFontTx/>
            </a:lvl2pPr>
            <a:lvl3pPr>
              <a:buFontTx/>
            </a:lvl3pPr>
            <a:lvl4pPr>
              <a:buFontTx/>
            </a:lvl4pPr>
            <a:lvl5pPr>
              <a:buFontTx/>
            </a:lvl5pPr>
          </a:lstStyle>
          <a:p>
            <a:pPr/>
            <a:r>
              <a:t>Body Level One</a:t>
            </a:r>
          </a:p>
          <a:p>
            <a:pPr lvl="1"/>
            <a:r>
              <a:t>Body Level Two</a:t>
            </a:r>
          </a:p>
          <a:p>
            <a:pPr lvl="2"/>
            <a:r>
              <a:t>Body Level Three</a:t>
            </a:r>
          </a:p>
          <a:p>
            <a:pPr lvl="3"/>
            <a:r>
              <a:t>Body Level Four</a:t>
            </a:r>
          </a:p>
          <a:p>
            <a:pPr lvl="4"/>
            <a:r>
              <a:t>Body Level Five</a:t>
            </a:r>
          </a:p>
        </p:txBody>
      </p:sp>
      <p:sp>
        <p:nvSpPr>
          <p:cNvPr id="303" name="Picture Placeholder 10"/>
          <p:cNvSpPr/>
          <p:nvPr>
            <p:ph type="pic" idx="21"/>
          </p:nvPr>
        </p:nvSpPr>
        <p:spPr>
          <a:xfrm>
            <a:off x="4761779" y="0"/>
            <a:ext cx="7430221" cy="6858000"/>
          </a:xfrm>
          <a:prstGeom prst="rect">
            <a:avLst/>
          </a:prstGeom>
        </p:spPr>
        <p:txBody>
          <a:bodyPr lIns="91439" rIns="91439">
            <a:noAutofit/>
          </a:bodyPr>
          <a:lstStyle/>
          <a:p>
            <a:pPr/>
          </a:p>
        </p:txBody>
      </p:sp>
      <p:sp>
        <p:nvSpPr>
          <p:cNvPr id="304" name="Slide Number"/>
          <p:cNvSpPr txBox="1"/>
          <p:nvPr>
            <p:ph type="sldNum" sz="quarter" idx="2"/>
          </p:nvPr>
        </p:nvSpPr>
        <p:spPr>
          <a:xfrm>
            <a:off x="4279707" y="6445958"/>
            <a:ext cx="273656" cy="269241"/>
          </a:xfrm>
          <a:prstGeom prst="rect">
            <a:avLst/>
          </a:prstGeom>
        </p:spPr>
        <p:txBody>
          <a:bodyPr/>
          <a:lstStyle>
            <a:lvl1pPr>
              <a:defRPr>
                <a:solidFill>
                  <a:srgbClr val="090909"/>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10">
    <p:spTree>
      <p:nvGrpSpPr>
        <p:cNvPr id="1" name=""/>
        <p:cNvGrpSpPr/>
        <p:nvPr/>
      </p:nvGrpSpPr>
      <p:grpSpPr>
        <a:xfrm>
          <a:off x="0" y="0"/>
          <a:ext cx="0" cy="0"/>
          <a:chOff x="0" y="0"/>
          <a:chExt cx="0" cy="0"/>
        </a:xfrm>
      </p:grpSpPr>
      <p:sp>
        <p:nvSpPr>
          <p:cNvPr id="311" name="Rectangle 9"/>
          <p:cNvSpPr/>
          <p:nvPr/>
        </p:nvSpPr>
        <p:spPr>
          <a:xfrm>
            <a:off x="0" y="0"/>
            <a:ext cx="7820774" cy="6858000"/>
          </a:xfrm>
          <a:prstGeom prst="rect">
            <a:avLst/>
          </a:prstGeom>
          <a:solidFill>
            <a:srgbClr val="FFFFFF"/>
          </a:solidFill>
          <a:ln w="12700">
            <a:miter lim="400000"/>
          </a:ln>
          <a:effectLst>
            <a:outerShdw sx="100000" sy="100000" kx="0" ky="0" algn="b" rotWithShape="0" blurRad="304800" dist="38100" dir="5400000">
              <a:srgbClr val="000000">
                <a:alpha val="20000"/>
              </a:srgbClr>
            </a:outerShdw>
          </a:effectLst>
        </p:spPr>
        <p:txBody>
          <a:bodyPr lIns="45719" rIns="45719" anchor="ctr"/>
          <a:lstStyle/>
          <a:p>
            <a:pPr algn="ctr">
              <a:defRPr>
                <a:solidFill>
                  <a:srgbClr val="FFFFFF"/>
                </a:solidFill>
              </a:defRPr>
            </a:pPr>
          </a:p>
        </p:txBody>
      </p:sp>
      <p:sp>
        <p:nvSpPr>
          <p:cNvPr id="312" name="Title Text"/>
          <p:cNvSpPr txBox="1"/>
          <p:nvPr>
            <p:ph type="title"/>
          </p:nvPr>
        </p:nvSpPr>
        <p:spPr>
          <a:xfrm>
            <a:off x="8343102" y="1078991"/>
            <a:ext cx="3273553" cy="1942775"/>
          </a:xfrm>
          <a:prstGeom prst="rect">
            <a:avLst/>
          </a:prstGeom>
        </p:spPr>
        <p:txBody>
          <a:bodyPr anchor="b"/>
          <a:lstStyle>
            <a:lvl1pPr>
              <a:defRPr sz="3200"/>
            </a:lvl1pPr>
          </a:lstStyle>
          <a:p>
            <a:pPr/>
            <a:r>
              <a:t>Title Text</a:t>
            </a:r>
          </a:p>
        </p:txBody>
      </p:sp>
      <p:sp>
        <p:nvSpPr>
          <p:cNvPr id="313" name="Picture Placeholder 10"/>
          <p:cNvSpPr/>
          <p:nvPr>
            <p:ph type="pic" idx="21"/>
          </p:nvPr>
        </p:nvSpPr>
        <p:spPr>
          <a:xfrm>
            <a:off x="0" y="0"/>
            <a:ext cx="7820774" cy="6858000"/>
          </a:xfrm>
          <a:prstGeom prst="rect">
            <a:avLst/>
          </a:prstGeom>
        </p:spPr>
        <p:txBody>
          <a:bodyPr lIns="91439" rIns="91439">
            <a:noAutofit/>
          </a:bodyPr>
          <a:lstStyle/>
          <a:p>
            <a:pPr/>
          </a:p>
        </p:txBody>
      </p:sp>
      <p:sp>
        <p:nvSpPr>
          <p:cNvPr id="314" name="Body Level One…"/>
          <p:cNvSpPr txBox="1"/>
          <p:nvPr>
            <p:ph type="body" sz="quarter" idx="1"/>
          </p:nvPr>
        </p:nvSpPr>
        <p:spPr>
          <a:xfrm>
            <a:off x="8344096" y="3188858"/>
            <a:ext cx="3273553" cy="2864470"/>
          </a:xfrm>
          <a:prstGeom prst="rect">
            <a:avLst/>
          </a:prstGeom>
        </p:spPr>
        <p:txBody>
          <a:bodyPr/>
          <a:lstStyle>
            <a:lvl1pPr marL="0" indent="0">
              <a:buSzTx/>
              <a:buFontTx/>
              <a:buNone/>
              <a:defRPr sz="1600"/>
            </a:lvl1pPr>
            <a:lvl2pPr marL="0" indent="228600">
              <a:buSzTx/>
              <a:buFontTx/>
              <a:buNone/>
              <a:defRPr sz="1600"/>
            </a:lvl2pPr>
            <a:lvl3pPr marL="0" indent="457200">
              <a:buSzTx/>
              <a:buFontTx/>
              <a:buNone/>
              <a:defRPr sz="1600"/>
            </a:lvl3pPr>
            <a:lvl4pPr marL="0" indent="685800">
              <a:buSzTx/>
              <a:buFontTx/>
              <a:buNone/>
              <a:defRPr sz="1600"/>
            </a:lvl4pPr>
            <a:lvl5pPr marL="0" indent="9144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31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11">
    <p:spTree>
      <p:nvGrpSpPr>
        <p:cNvPr id="1" name=""/>
        <p:cNvGrpSpPr/>
        <p:nvPr/>
      </p:nvGrpSpPr>
      <p:grpSpPr>
        <a:xfrm>
          <a:off x="0" y="0"/>
          <a:ext cx="0" cy="0"/>
          <a:chOff x="0" y="0"/>
          <a:chExt cx="0" cy="0"/>
        </a:xfrm>
      </p:grpSpPr>
      <p:sp>
        <p:nvSpPr>
          <p:cNvPr id="322" name="Rectangle 2"/>
          <p:cNvSpPr/>
          <p:nvPr/>
        </p:nvSpPr>
        <p:spPr>
          <a:xfrm>
            <a:off x="0" y="0"/>
            <a:ext cx="12192000" cy="4635134"/>
          </a:xfrm>
          <a:prstGeom prst="rect">
            <a:avLst/>
          </a:prstGeom>
          <a:solidFill>
            <a:srgbClr val="FFFFFF"/>
          </a:solidFill>
          <a:ln w="12700">
            <a:miter lim="400000"/>
          </a:ln>
          <a:effectLst>
            <a:outerShdw sx="100000" sy="100000" kx="0" ky="0" algn="b" rotWithShape="0" blurRad="254000" dist="50800" dir="5400000">
              <a:srgbClr val="000000">
                <a:alpha val="23000"/>
              </a:srgbClr>
            </a:outerShdw>
          </a:effectLst>
        </p:spPr>
        <p:txBody>
          <a:bodyPr lIns="45719" rIns="45719" anchor="ctr"/>
          <a:lstStyle/>
          <a:p>
            <a:pPr algn="ctr">
              <a:defRPr>
                <a:solidFill>
                  <a:srgbClr val="FFFFFF"/>
                </a:solidFill>
              </a:defRPr>
            </a:pPr>
          </a:p>
        </p:txBody>
      </p:sp>
      <p:sp>
        <p:nvSpPr>
          <p:cNvPr id="323" name="Title Text"/>
          <p:cNvSpPr txBox="1"/>
          <p:nvPr>
            <p:ph type="title"/>
          </p:nvPr>
        </p:nvSpPr>
        <p:spPr>
          <a:xfrm>
            <a:off x="457198" y="5012268"/>
            <a:ext cx="4028616" cy="1390331"/>
          </a:xfrm>
          <a:prstGeom prst="rect">
            <a:avLst/>
          </a:prstGeom>
        </p:spPr>
        <p:txBody>
          <a:bodyPr anchor="t"/>
          <a:lstStyle>
            <a:lvl1pPr>
              <a:defRPr sz="3200"/>
            </a:lvl1pPr>
          </a:lstStyle>
          <a:p>
            <a:pPr/>
            <a:r>
              <a:t>Title Text</a:t>
            </a:r>
          </a:p>
        </p:txBody>
      </p:sp>
      <p:sp>
        <p:nvSpPr>
          <p:cNvPr id="324" name="Picture Placeholder 10"/>
          <p:cNvSpPr/>
          <p:nvPr>
            <p:ph type="pic" idx="21"/>
          </p:nvPr>
        </p:nvSpPr>
        <p:spPr>
          <a:xfrm>
            <a:off x="0" y="0"/>
            <a:ext cx="12192000" cy="4635133"/>
          </a:xfrm>
          <a:prstGeom prst="rect">
            <a:avLst/>
          </a:prstGeom>
        </p:spPr>
        <p:txBody>
          <a:bodyPr lIns="91439" rIns="91439">
            <a:noAutofit/>
          </a:bodyPr>
          <a:lstStyle/>
          <a:p>
            <a:pPr/>
          </a:p>
        </p:txBody>
      </p:sp>
      <p:sp>
        <p:nvSpPr>
          <p:cNvPr id="325" name="Body Level One…"/>
          <p:cNvSpPr txBox="1"/>
          <p:nvPr>
            <p:ph type="body" sz="quarter" idx="1"/>
          </p:nvPr>
        </p:nvSpPr>
        <p:spPr>
          <a:xfrm>
            <a:off x="5349240" y="5012266"/>
            <a:ext cx="6400801" cy="1390331"/>
          </a:xfrm>
          <a:prstGeom prst="rect">
            <a:avLst/>
          </a:prstGeom>
        </p:spPr>
        <p:txBody>
          <a:bodyPr/>
          <a:lstStyle>
            <a:lvl1pPr marL="0" indent="0">
              <a:buSzTx/>
              <a:buFontTx/>
              <a:buNone/>
              <a:defRPr sz="1600"/>
            </a:lvl1pPr>
            <a:lvl2pPr marL="0" indent="228600">
              <a:buSzTx/>
              <a:buFontTx/>
              <a:buNone/>
              <a:defRPr sz="1600"/>
            </a:lvl2pPr>
            <a:lvl3pPr marL="0" indent="457200">
              <a:buSzTx/>
              <a:buFontTx/>
              <a:buNone/>
              <a:defRPr sz="1600"/>
            </a:lvl3pPr>
            <a:lvl4pPr marL="0" indent="685800">
              <a:buSzTx/>
              <a:buFontTx/>
              <a:buNone/>
              <a:defRPr sz="1600"/>
            </a:lvl4pPr>
            <a:lvl5pPr marL="0" indent="9144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326" name="Slide Number"/>
          <p:cNvSpPr txBox="1"/>
          <p:nvPr>
            <p:ph type="sldNum" sz="quarter" idx="2"/>
          </p:nvPr>
        </p:nvSpPr>
        <p:spPr>
          <a:xfrm>
            <a:off x="11690784" y="6445528"/>
            <a:ext cx="273656" cy="269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12">
    <p:spTree>
      <p:nvGrpSpPr>
        <p:cNvPr id="1" name=""/>
        <p:cNvGrpSpPr/>
        <p:nvPr/>
      </p:nvGrpSpPr>
      <p:grpSpPr>
        <a:xfrm>
          <a:off x="0" y="0"/>
          <a:ext cx="0" cy="0"/>
          <a:chOff x="0" y="0"/>
          <a:chExt cx="0" cy="0"/>
        </a:xfrm>
      </p:grpSpPr>
      <p:sp>
        <p:nvSpPr>
          <p:cNvPr id="333" name="Rectangle 2"/>
          <p:cNvSpPr/>
          <p:nvPr/>
        </p:nvSpPr>
        <p:spPr>
          <a:xfrm>
            <a:off x="0" y="0"/>
            <a:ext cx="12192000" cy="3778272"/>
          </a:xfrm>
          <a:prstGeom prst="rect">
            <a:avLst/>
          </a:prstGeom>
          <a:solidFill>
            <a:srgbClr val="FFFFFF"/>
          </a:solidFill>
          <a:ln w="12700">
            <a:miter lim="400000"/>
          </a:ln>
          <a:effectLst>
            <a:outerShdw sx="100000" sy="100000" kx="0" ky="0" algn="b" rotWithShape="0" blurRad="228600" dist="50800" dir="5400000">
              <a:srgbClr val="000000">
                <a:alpha val="23000"/>
              </a:srgbClr>
            </a:outerShdw>
          </a:effectLst>
        </p:spPr>
        <p:txBody>
          <a:bodyPr lIns="45719" rIns="45719" anchor="ctr"/>
          <a:lstStyle/>
          <a:p>
            <a:pPr algn="ctr">
              <a:defRPr>
                <a:solidFill>
                  <a:srgbClr val="FFFFFF"/>
                </a:solidFill>
              </a:defRPr>
            </a:pPr>
          </a:p>
        </p:txBody>
      </p:sp>
      <p:sp>
        <p:nvSpPr>
          <p:cNvPr id="334" name="Title Text"/>
          <p:cNvSpPr txBox="1"/>
          <p:nvPr>
            <p:ph type="title"/>
          </p:nvPr>
        </p:nvSpPr>
        <p:spPr>
          <a:xfrm>
            <a:off x="457200" y="4162318"/>
            <a:ext cx="2953618" cy="2060682"/>
          </a:xfrm>
          <a:prstGeom prst="rect">
            <a:avLst/>
          </a:prstGeom>
        </p:spPr>
        <p:txBody>
          <a:bodyPr anchor="t"/>
          <a:lstStyle>
            <a:lvl1pPr>
              <a:defRPr sz="3200"/>
            </a:lvl1pPr>
          </a:lstStyle>
          <a:p>
            <a:pPr/>
            <a:r>
              <a:t>Title Text</a:t>
            </a:r>
          </a:p>
        </p:txBody>
      </p:sp>
      <p:sp>
        <p:nvSpPr>
          <p:cNvPr id="335" name="Picture Placeholder 10"/>
          <p:cNvSpPr/>
          <p:nvPr>
            <p:ph type="pic" idx="21"/>
          </p:nvPr>
        </p:nvSpPr>
        <p:spPr>
          <a:xfrm>
            <a:off x="-2" y="0"/>
            <a:ext cx="12192001" cy="3778271"/>
          </a:xfrm>
          <a:prstGeom prst="rect">
            <a:avLst/>
          </a:prstGeom>
        </p:spPr>
        <p:txBody>
          <a:bodyPr lIns="91439" rIns="91439">
            <a:noAutofit/>
          </a:bodyPr>
          <a:lstStyle/>
          <a:p>
            <a:pPr/>
          </a:p>
        </p:txBody>
      </p:sp>
      <p:sp>
        <p:nvSpPr>
          <p:cNvPr id="336" name="Body Level One…"/>
          <p:cNvSpPr txBox="1"/>
          <p:nvPr>
            <p:ph type="body" sz="half" idx="1"/>
          </p:nvPr>
        </p:nvSpPr>
        <p:spPr>
          <a:xfrm>
            <a:off x="3977640" y="4162318"/>
            <a:ext cx="7772401" cy="2158016"/>
          </a:xfrm>
          <a:prstGeom prst="rect">
            <a:avLst/>
          </a:prstGeom>
        </p:spPr>
        <p:txBody>
          <a:bodyPr/>
          <a:lstStyle>
            <a:lvl1pPr marL="285750" indent="-285750"/>
            <a:lvl2pPr marL="550068" indent="-321468"/>
            <a:lvl3pPr marL="824592" indent="-367392"/>
            <a:lvl4pPr marL="942975" indent="-257175"/>
            <a:lvl5pPr marL="1194954" indent="-280554"/>
          </a:lstStyle>
          <a:p>
            <a:pPr/>
            <a:r>
              <a:t>Body Level One</a:t>
            </a:r>
          </a:p>
          <a:p>
            <a:pPr lvl="1"/>
            <a:r>
              <a:t>Body Level Two</a:t>
            </a:r>
          </a:p>
          <a:p>
            <a:pPr lvl="2"/>
            <a:r>
              <a:t>Body Level Three</a:t>
            </a:r>
          </a:p>
          <a:p>
            <a:pPr lvl="3"/>
            <a:r>
              <a:t>Body Level Four</a:t>
            </a:r>
          </a:p>
          <a:p>
            <a:pPr lvl="4"/>
            <a:r>
              <a:t>Body Level Five</a:t>
            </a:r>
          </a:p>
        </p:txBody>
      </p:sp>
      <p:sp>
        <p:nvSpPr>
          <p:cNvPr id="3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13">
    <p:spTree>
      <p:nvGrpSpPr>
        <p:cNvPr id="1" name=""/>
        <p:cNvGrpSpPr/>
        <p:nvPr/>
      </p:nvGrpSpPr>
      <p:grpSpPr>
        <a:xfrm>
          <a:off x="0" y="0"/>
          <a:ext cx="0" cy="0"/>
          <a:chOff x="0" y="0"/>
          <a:chExt cx="0" cy="0"/>
        </a:xfrm>
      </p:grpSpPr>
      <p:sp>
        <p:nvSpPr>
          <p:cNvPr id="344" name="Rectangle 14"/>
          <p:cNvSpPr/>
          <p:nvPr/>
        </p:nvSpPr>
        <p:spPr>
          <a:xfrm>
            <a:off x="-1" y="-1"/>
            <a:ext cx="12192001" cy="1347109"/>
          </a:xfrm>
          <a:prstGeom prst="rect">
            <a:avLst/>
          </a:prstGeom>
          <a:solidFill>
            <a:srgbClr val="FFFFFF"/>
          </a:solidFill>
          <a:ln w="12700">
            <a:miter lim="400000"/>
          </a:ln>
          <a:effectLst>
            <a:outerShdw sx="100000" sy="100000" kx="0" ky="0" algn="b" rotWithShape="0" blurRad="228600" dist="25400" dir="5400000">
              <a:srgbClr val="000000">
                <a:alpha val="15000"/>
              </a:srgbClr>
            </a:outerShdw>
          </a:effectLst>
        </p:spPr>
        <p:txBody>
          <a:bodyPr lIns="45719" rIns="45719" anchor="ctr"/>
          <a:lstStyle/>
          <a:p>
            <a:pPr algn="ctr">
              <a:defRPr>
                <a:solidFill>
                  <a:srgbClr val="FFFFFF"/>
                </a:solidFill>
              </a:defRPr>
            </a:pPr>
          </a:p>
        </p:txBody>
      </p:sp>
      <p:sp>
        <p:nvSpPr>
          <p:cNvPr id="345" name="Title Text"/>
          <p:cNvSpPr txBox="1"/>
          <p:nvPr>
            <p:ph type="title"/>
          </p:nvPr>
        </p:nvSpPr>
        <p:spPr>
          <a:xfrm>
            <a:off x="457200" y="457200"/>
            <a:ext cx="11128248" cy="524577"/>
          </a:xfrm>
          <a:prstGeom prst="rect">
            <a:avLst/>
          </a:prstGeom>
        </p:spPr>
        <p:txBody>
          <a:bodyPr anchor="b"/>
          <a:lstStyle>
            <a:lvl1pPr>
              <a:defRPr sz="3200"/>
            </a:lvl1pPr>
          </a:lstStyle>
          <a:p>
            <a:pPr/>
            <a:r>
              <a:t>Title Text</a:t>
            </a:r>
          </a:p>
        </p:txBody>
      </p:sp>
      <p:sp>
        <p:nvSpPr>
          <p:cNvPr id="346" name="Picture Placeholder 10"/>
          <p:cNvSpPr/>
          <p:nvPr>
            <p:ph type="pic" idx="21"/>
          </p:nvPr>
        </p:nvSpPr>
        <p:spPr>
          <a:xfrm>
            <a:off x="1" y="1347107"/>
            <a:ext cx="6831915" cy="5510893"/>
          </a:xfrm>
          <a:prstGeom prst="rect">
            <a:avLst/>
          </a:prstGeom>
        </p:spPr>
        <p:txBody>
          <a:bodyPr lIns="91439" rIns="91439">
            <a:noAutofit/>
          </a:bodyPr>
          <a:lstStyle/>
          <a:p>
            <a:pPr/>
          </a:p>
        </p:txBody>
      </p:sp>
      <p:sp>
        <p:nvSpPr>
          <p:cNvPr id="347" name="Body Level One…"/>
          <p:cNvSpPr txBox="1"/>
          <p:nvPr>
            <p:ph type="body" sz="half" idx="1"/>
          </p:nvPr>
        </p:nvSpPr>
        <p:spPr>
          <a:xfrm>
            <a:off x="7362494" y="1804308"/>
            <a:ext cx="4251960" cy="4425697"/>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4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14">
    <p:spTree>
      <p:nvGrpSpPr>
        <p:cNvPr id="1" name=""/>
        <p:cNvGrpSpPr/>
        <p:nvPr/>
      </p:nvGrpSpPr>
      <p:grpSpPr>
        <a:xfrm>
          <a:off x="0" y="0"/>
          <a:ext cx="0" cy="0"/>
          <a:chOff x="0" y="0"/>
          <a:chExt cx="0" cy="0"/>
        </a:xfrm>
      </p:grpSpPr>
      <p:sp>
        <p:nvSpPr>
          <p:cNvPr id="355" name="Rectangle 2"/>
          <p:cNvSpPr/>
          <p:nvPr/>
        </p:nvSpPr>
        <p:spPr>
          <a:xfrm>
            <a:off x="0" y="0"/>
            <a:ext cx="5565422" cy="6858000"/>
          </a:xfrm>
          <a:prstGeom prst="rect">
            <a:avLst/>
          </a:prstGeom>
          <a:solidFill>
            <a:srgbClr val="FFFFFF"/>
          </a:solidFill>
          <a:ln w="12700">
            <a:miter lim="400000"/>
          </a:ln>
          <a:effectLst>
            <a:outerShdw sx="100000" sy="100000" kx="0" ky="0" algn="b" rotWithShape="0" blurRad="254000" dist="50800" dir="5400000">
              <a:srgbClr val="000000">
                <a:alpha val="23000"/>
              </a:srgbClr>
            </a:outerShdw>
          </a:effectLst>
        </p:spPr>
        <p:txBody>
          <a:bodyPr lIns="45719" rIns="45719" anchor="ctr"/>
          <a:lstStyle/>
          <a:p>
            <a:pPr algn="ctr">
              <a:defRPr>
                <a:solidFill>
                  <a:srgbClr val="FFFFFF"/>
                </a:solidFill>
              </a:defRPr>
            </a:pPr>
          </a:p>
        </p:txBody>
      </p:sp>
      <p:sp>
        <p:nvSpPr>
          <p:cNvPr id="356" name="Title Text"/>
          <p:cNvSpPr txBox="1"/>
          <p:nvPr>
            <p:ph type="title"/>
          </p:nvPr>
        </p:nvSpPr>
        <p:spPr>
          <a:xfrm>
            <a:off x="457198" y="457200"/>
            <a:ext cx="4482574" cy="1453897"/>
          </a:xfrm>
          <a:prstGeom prst="rect">
            <a:avLst/>
          </a:prstGeom>
        </p:spPr>
        <p:txBody>
          <a:bodyPr anchor="t"/>
          <a:lstStyle>
            <a:lvl1pPr>
              <a:defRPr sz="3200"/>
            </a:lvl1pPr>
          </a:lstStyle>
          <a:p>
            <a:pPr/>
            <a:r>
              <a:t>Title Text</a:t>
            </a:r>
          </a:p>
        </p:txBody>
      </p:sp>
      <p:sp>
        <p:nvSpPr>
          <p:cNvPr id="357" name="Picture Placeholder 10"/>
          <p:cNvSpPr/>
          <p:nvPr>
            <p:ph type="pic" sz="half" idx="21"/>
          </p:nvPr>
        </p:nvSpPr>
        <p:spPr>
          <a:xfrm>
            <a:off x="559501" y="2175642"/>
            <a:ext cx="4380272" cy="4124756"/>
          </a:xfrm>
          <a:prstGeom prst="rect">
            <a:avLst/>
          </a:prstGeom>
        </p:spPr>
        <p:txBody>
          <a:bodyPr lIns="91439" rIns="91439">
            <a:noAutofit/>
          </a:bodyPr>
          <a:lstStyle/>
          <a:p>
            <a:pPr/>
          </a:p>
        </p:txBody>
      </p:sp>
      <p:sp>
        <p:nvSpPr>
          <p:cNvPr id="358" name="Body Level One…"/>
          <p:cNvSpPr txBox="1"/>
          <p:nvPr>
            <p:ph type="body" sz="half" idx="1"/>
          </p:nvPr>
        </p:nvSpPr>
        <p:spPr>
          <a:xfrm>
            <a:off x="6096000" y="457201"/>
            <a:ext cx="5585925" cy="5875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15">
    <p:spTree>
      <p:nvGrpSpPr>
        <p:cNvPr id="1" name=""/>
        <p:cNvGrpSpPr/>
        <p:nvPr/>
      </p:nvGrpSpPr>
      <p:grpSpPr>
        <a:xfrm>
          <a:off x="0" y="0"/>
          <a:ext cx="0" cy="0"/>
          <a:chOff x="0" y="0"/>
          <a:chExt cx="0" cy="0"/>
        </a:xfrm>
      </p:grpSpPr>
      <p:sp>
        <p:nvSpPr>
          <p:cNvPr id="366" name="Rectangle 2"/>
          <p:cNvSpPr/>
          <p:nvPr/>
        </p:nvSpPr>
        <p:spPr>
          <a:xfrm>
            <a:off x="-1" y="0"/>
            <a:ext cx="5584207" cy="6858000"/>
          </a:xfrm>
          <a:prstGeom prst="rect">
            <a:avLst/>
          </a:prstGeom>
          <a:solidFill>
            <a:srgbClr val="FFFFFF"/>
          </a:solidFill>
          <a:ln w="12700">
            <a:miter lim="400000"/>
          </a:ln>
          <a:effectLst>
            <a:outerShdw sx="100000" sy="100000" kx="0" ky="0" algn="b" rotWithShape="0" blurRad="254000" dist="50800" dir="5400000">
              <a:srgbClr val="000000">
                <a:alpha val="23000"/>
              </a:srgbClr>
            </a:outerShdw>
          </a:effectLst>
        </p:spPr>
        <p:txBody>
          <a:bodyPr lIns="45719" rIns="45719" anchor="ctr"/>
          <a:lstStyle/>
          <a:p>
            <a:pPr algn="ctr">
              <a:defRPr>
                <a:solidFill>
                  <a:srgbClr val="FFFFFF"/>
                </a:solidFill>
              </a:defRPr>
            </a:pPr>
          </a:p>
        </p:txBody>
      </p:sp>
      <p:sp>
        <p:nvSpPr>
          <p:cNvPr id="367" name="Title Text"/>
          <p:cNvSpPr txBox="1"/>
          <p:nvPr>
            <p:ph type="title"/>
          </p:nvPr>
        </p:nvSpPr>
        <p:spPr>
          <a:xfrm>
            <a:off x="457200" y="457200"/>
            <a:ext cx="4380273" cy="1453897"/>
          </a:xfrm>
          <a:prstGeom prst="rect">
            <a:avLst/>
          </a:prstGeom>
        </p:spPr>
        <p:txBody>
          <a:bodyPr anchor="t"/>
          <a:lstStyle>
            <a:lvl1pPr>
              <a:defRPr sz="3200"/>
            </a:lvl1pPr>
          </a:lstStyle>
          <a:p>
            <a:pPr/>
            <a:r>
              <a:t>Title Text</a:t>
            </a:r>
          </a:p>
        </p:txBody>
      </p:sp>
      <p:sp>
        <p:nvSpPr>
          <p:cNvPr id="368" name="Picture Placeholder 10"/>
          <p:cNvSpPr/>
          <p:nvPr>
            <p:ph type="pic" sz="half" idx="21"/>
          </p:nvPr>
        </p:nvSpPr>
        <p:spPr>
          <a:xfrm>
            <a:off x="0" y="2175642"/>
            <a:ext cx="5584207" cy="4682358"/>
          </a:xfrm>
          <a:prstGeom prst="rect">
            <a:avLst/>
          </a:prstGeom>
        </p:spPr>
        <p:txBody>
          <a:bodyPr lIns="91439" rIns="91439">
            <a:noAutofit/>
          </a:bodyPr>
          <a:lstStyle/>
          <a:p>
            <a:pPr/>
          </a:p>
        </p:txBody>
      </p:sp>
      <p:sp>
        <p:nvSpPr>
          <p:cNvPr id="369" name="Body Level One…"/>
          <p:cNvSpPr txBox="1"/>
          <p:nvPr>
            <p:ph type="body" sz="half" idx="1"/>
          </p:nvPr>
        </p:nvSpPr>
        <p:spPr>
          <a:xfrm>
            <a:off x="6096000" y="457201"/>
            <a:ext cx="5585925" cy="5875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7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16">
    <p:spTree>
      <p:nvGrpSpPr>
        <p:cNvPr id="1" name=""/>
        <p:cNvGrpSpPr/>
        <p:nvPr/>
      </p:nvGrpSpPr>
      <p:grpSpPr>
        <a:xfrm>
          <a:off x="0" y="0"/>
          <a:ext cx="0" cy="0"/>
          <a:chOff x="0" y="0"/>
          <a:chExt cx="0" cy="0"/>
        </a:xfrm>
      </p:grpSpPr>
      <p:sp>
        <p:nvSpPr>
          <p:cNvPr id="377" name="Rectangle 11"/>
          <p:cNvSpPr/>
          <p:nvPr/>
        </p:nvSpPr>
        <p:spPr>
          <a:xfrm>
            <a:off x="0" y="-1"/>
            <a:ext cx="4612923" cy="6858001"/>
          </a:xfrm>
          <a:prstGeom prst="rect">
            <a:avLst/>
          </a:prstGeom>
          <a:solidFill>
            <a:srgbClr val="FFFFFF"/>
          </a:solidFill>
          <a:ln w="12700">
            <a:miter lim="400000"/>
          </a:ln>
          <a:effectLst>
            <a:outerShdw sx="100000" sy="100000" kx="0" ky="0" algn="b" rotWithShape="0" blurRad="228600" dist="25400" dir="5400000">
              <a:srgbClr val="000000">
                <a:alpha val="15000"/>
              </a:srgbClr>
            </a:outerShdw>
          </a:effectLst>
        </p:spPr>
        <p:txBody>
          <a:bodyPr lIns="45719" rIns="45719" anchor="ctr"/>
          <a:lstStyle/>
          <a:p>
            <a:pPr algn="ctr">
              <a:defRPr>
                <a:solidFill>
                  <a:srgbClr val="FFFFFF"/>
                </a:solidFill>
              </a:defRPr>
            </a:pPr>
          </a:p>
        </p:txBody>
      </p:sp>
      <p:sp>
        <p:nvSpPr>
          <p:cNvPr id="378" name="Title Text"/>
          <p:cNvSpPr txBox="1"/>
          <p:nvPr>
            <p:ph type="title"/>
          </p:nvPr>
        </p:nvSpPr>
        <p:spPr>
          <a:xfrm>
            <a:off x="457200" y="457200"/>
            <a:ext cx="3815080" cy="1453897"/>
          </a:xfrm>
          <a:prstGeom prst="rect">
            <a:avLst/>
          </a:prstGeom>
        </p:spPr>
        <p:txBody>
          <a:bodyPr anchor="t"/>
          <a:lstStyle>
            <a:lvl1pPr>
              <a:defRPr sz="3200"/>
            </a:lvl1pPr>
          </a:lstStyle>
          <a:p>
            <a:pPr/>
            <a:r>
              <a:t>Title Text</a:t>
            </a:r>
          </a:p>
        </p:txBody>
      </p:sp>
      <p:sp>
        <p:nvSpPr>
          <p:cNvPr id="379" name="Picture Placeholder 10"/>
          <p:cNvSpPr/>
          <p:nvPr>
            <p:ph type="pic" sz="quarter" idx="21"/>
          </p:nvPr>
        </p:nvSpPr>
        <p:spPr>
          <a:xfrm>
            <a:off x="559503" y="2295144"/>
            <a:ext cx="3515063" cy="4005253"/>
          </a:xfrm>
          <a:prstGeom prst="rect">
            <a:avLst/>
          </a:prstGeom>
        </p:spPr>
        <p:txBody>
          <a:bodyPr lIns="91439" rIns="91439">
            <a:noAutofit/>
          </a:bodyPr>
          <a:lstStyle/>
          <a:p>
            <a:pPr/>
          </a:p>
        </p:txBody>
      </p:sp>
      <p:sp>
        <p:nvSpPr>
          <p:cNvPr id="380" name="Body Level One…"/>
          <p:cNvSpPr txBox="1"/>
          <p:nvPr>
            <p:ph type="body" idx="1"/>
          </p:nvPr>
        </p:nvSpPr>
        <p:spPr>
          <a:xfrm>
            <a:off x="5143500" y="457200"/>
            <a:ext cx="6434138" cy="5851525"/>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Number">
    <p:spTree>
      <p:nvGrpSpPr>
        <p:cNvPr id="1" name=""/>
        <p:cNvGrpSpPr/>
        <p:nvPr/>
      </p:nvGrpSpPr>
      <p:grpSpPr>
        <a:xfrm>
          <a:off x="0" y="0"/>
          <a:ext cx="0" cy="0"/>
          <a:chOff x="0" y="0"/>
          <a:chExt cx="0" cy="0"/>
        </a:xfrm>
      </p:grpSpPr>
      <p:sp>
        <p:nvSpPr>
          <p:cNvPr id="388" name="Rectangle 6"/>
          <p:cNvSpPr/>
          <p:nvPr/>
        </p:nvSpPr>
        <p:spPr>
          <a:xfrm>
            <a:off x="1" y="0"/>
            <a:ext cx="8068234" cy="6858000"/>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C63A0D"/>
                </a:solidFill>
              </a:defRPr>
            </a:pPr>
          </a:p>
        </p:txBody>
      </p:sp>
      <p:sp>
        <p:nvSpPr>
          <p:cNvPr id="389" name="##%"/>
          <p:cNvSpPr txBox="1"/>
          <p:nvPr>
            <p:ph type="title" hasCustomPrompt="1"/>
          </p:nvPr>
        </p:nvSpPr>
        <p:spPr>
          <a:xfrm>
            <a:off x="457200" y="1075198"/>
            <a:ext cx="7064189" cy="4707605"/>
          </a:xfrm>
          <a:prstGeom prst="rect">
            <a:avLst/>
          </a:prstGeom>
        </p:spPr>
        <p:txBody>
          <a:bodyPr/>
          <a:lstStyle>
            <a:lvl1pPr algn="ctr">
              <a:defRPr sz="22500">
                <a:solidFill>
                  <a:schemeClr val="accent1"/>
                </a:solidFill>
              </a:defRPr>
            </a:lvl1pPr>
          </a:lstStyle>
          <a:p>
            <a:pPr/>
            <a:r>
              <a:t>##%</a:t>
            </a:r>
          </a:p>
        </p:txBody>
      </p:sp>
      <p:sp>
        <p:nvSpPr>
          <p:cNvPr id="390" name="Body Level One…"/>
          <p:cNvSpPr txBox="1"/>
          <p:nvPr>
            <p:ph type="body" sz="quarter" idx="1"/>
          </p:nvPr>
        </p:nvSpPr>
        <p:spPr>
          <a:xfrm>
            <a:off x="8512740" y="1487780"/>
            <a:ext cx="3193023" cy="3882441"/>
          </a:xfrm>
          <a:prstGeom prst="rect">
            <a:avLst/>
          </a:prstGeom>
        </p:spPr>
        <p:txBody>
          <a:bodyPr anchor="ctr"/>
          <a:lstStyle>
            <a:lvl1pPr marL="0" indent="0">
              <a:lnSpc>
                <a:spcPct val="110000"/>
              </a:lnSpc>
              <a:buSzTx/>
              <a:buFontTx/>
              <a:buNone/>
              <a:defRPr sz="2800"/>
            </a:lvl1pPr>
            <a:lvl2pPr marL="0" indent="457200">
              <a:lnSpc>
                <a:spcPct val="110000"/>
              </a:lnSpc>
              <a:buSzTx/>
              <a:buFontTx/>
              <a:buNone/>
              <a:defRPr sz="2800"/>
            </a:lvl2pPr>
            <a:lvl3pPr marL="0" indent="914400">
              <a:lnSpc>
                <a:spcPct val="110000"/>
              </a:lnSpc>
              <a:buSzTx/>
              <a:buFontTx/>
              <a:buNone/>
              <a:defRPr sz="2800"/>
            </a:lvl3pPr>
            <a:lvl4pPr marL="0" indent="1371600">
              <a:lnSpc>
                <a:spcPct val="110000"/>
              </a:lnSpc>
              <a:buSzTx/>
              <a:buFontTx/>
              <a:buNone/>
              <a:defRPr sz="2800"/>
            </a:lvl4pPr>
            <a:lvl5pPr marL="0" indent="1828800">
              <a:lnSpc>
                <a:spcPct val="110000"/>
              </a:lnSpc>
              <a:buSzTx/>
              <a:buFontTx/>
              <a:buNone/>
              <a:defRPr sz="2800"/>
            </a:lvl5pPr>
          </a:lstStyle>
          <a:p>
            <a:pPr/>
            <a:r>
              <a:t>Body Level One</a:t>
            </a:r>
          </a:p>
          <a:p>
            <a:pPr lvl="1"/>
            <a:r>
              <a:t>Body Level Two</a:t>
            </a:r>
          </a:p>
          <a:p>
            <a:pPr lvl="2"/>
            <a:r>
              <a:t>Body Level Three</a:t>
            </a:r>
          </a:p>
          <a:p>
            <a:pPr lvl="3"/>
            <a:r>
              <a:t>Body Level Four</a:t>
            </a:r>
          </a:p>
          <a:p>
            <a:pPr lvl="4"/>
            <a:r>
              <a:t>Body Level Five</a:t>
            </a:r>
          </a:p>
        </p:txBody>
      </p:sp>
      <p:sp>
        <p:nvSpPr>
          <p:cNvPr id="3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Number 2">
    <p:spTree>
      <p:nvGrpSpPr>
        <p:cNvPr id="1" name=""/>
        <p:cNvGrpSpPr/>
        <p:nvPr/>
      </p:nvGrpSpPr>
      <p:grpSpPr>
        <a:xfrm>
          <a:off x="0" y="0"/>
          <a:ext cx="0" cy="0"/>
          <a:chOff x="0" y="0"/>
          <a:chExt cx="0" cy="0"/>
        </a:xfrm>
      </p:grpSpPr>
      <p:sp>
        <p:nvSpPr>
          <p:cNvPr id="398" name="Rectangle 10"/>
          <p:cNvSpPr/>
          <p:nvPr/>
        </p:nvSpPr>
        <p:spPr>
          <a:xfrm>
            <a:off x="0" y="-1"/>
            <a:ext cx="12192001" cy="4939395"/>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399" name="##%"/>
          <p:cNvSpPr txBox="1"/>
          <p:nvPr>
            <p:ph type="title" hasCustomPrompt="1"/>
          </p:nvPr>
        </p:nvSpPr>
        <p:spPr>
          <a:xfrm>
            <a:off x="822960" y="678425"/>
            <a:ext cx="10543032" cy="3677265"/>
          </a:xfrm>
          <a:prstGeom prst="rect">
            <a:avLst/>
          </a:prstGeom>
        </p:spPr>
        <p:txBody>
          <a:bodyPr anchor="b"/>
          <a:lstStyle>
            <a:lvl1pPr algn="ctr">
              <a:defRPr sz="23200">
                <a:solidFill>
                  <a:schemeClr val="accent1"/>
                </a:solidFill>
              </a:defRPr>
            </a:lvl1pPr>
          </a:lstStyle>
          <a:p>
            <a:pPr/>
            <a:r>
              <a:t>##%</a:t>
            </a:r>
          </a:p>
        </p:txBody>
      </p:sp>
      <p:sp>
        <p:nvSpPr>
          <p:cNvPr id="400" name="Body Level One…"/>
          <p:cNvSpPr txBox="1"/>
          <p:nvPr>
            <p:ph type="body" sz="quarter" idx="1"/>
          </p:nvPr>
        </p:nvSpPr>
        <p:spPr>
          <a:xfrm>
            <a:off x="1229031" y="5201265"/>
            <a:ext cx="9733938" cy="1153815"/>
          </a:xfrm>
          <a:prstGeom prst="rect">
            <a:avLst/>
          </a:prstGeom>
        </p:spPr>
        <p:txBody>
          <a:bodyPr anchor="ctr"/>
          <a:lstStyle>
            <a:lvl1pPr marL="0" indent="0" algn="ctr">
              <a:lnSpc>
                <a:spcPct val="110000"/>
              </a:lnSpc>
              <a:buSzTx/>
              <a:buFontTx/>
              <a:buNone/>
              <a:defRPr sz="2800">
                <a:solidFill>
                  <a:srgbClr val="090909"/>
                </a:solidFill>
              </a:defRPr>
            </a:lvl1pPr>
            <a:lvl2pPr marL="0" indent="457200" algn="ctr">
              <a:lnSpc>
                <a:spcPct val="110000"/>
              </a:lnSpc>
              <a:buSzTx/>
              <a:buFontTx/>
              <a:buNone/>
              <a:defRPr sz="2800">
                <a:solidFill>
                  <a:srgbClr val="090909"/>
                </a:solidFill>
              </a:defRPr>
            </a:lvl2pPr>
            <a:lvl3pPr marL="0" indent="914400" algn="ctr">
              <a:lnSpc>
                <a:spcPct val="110000"/>
              </a:lnSpc>
              <a:buSzTx/>
              <a:buFontTx/>
              <a:buNone/>
              <a:defRPr sz="2800">
                <a:solidFill>
                  <a:srgbClr val="090909"/>
                </a:solidFill>
              </a:defRPr>
            </a:lvl3pPr>
            <a:lvl4pPr marL="0" indent="1371600" algn="ctr">
              <a:lnSpc>
                <a:spcPct val="110000"/>
              </a:lnSpc>
              <a:buSzTx/>
              <a:buFontTx/>
              <a:buNone/>
              <a:defRPr sz="2800">
                <a:solidFill>
                  <a:srgbClr val="090909"/>
                </a:solidFill>
              </a:defRPr>
            </a:lvl4pPr>
            <a:lvl5pPr marL="0" indent="1828800" algn="ctr">
              <a:lnSpc>
                <a:spcPct val="110000"/>
              </a:lnSpc>
              <a:buSzTx/>
              <a:buFontTx/>
              <a:buNone/>
              <a:defRPr sz="2800">
                <a:solidFill>
                  <a:srgbClr val="090909"/>
                </a:solidFill>
              </a:defRPr>
            </a:lvl5pPr>
          </a:lstStyle>
          <a:p>
            <a:pPr/>
            <a:r>
              <a:t>Body Level One</a:t>
            </a:r>
          </a:p>
          <a:p>
            <a:pPr lvl="1"/>
            <a:r>
              <a:t>Body Level Two</a:t>
            </a:r>
          </a:p>
          <a:p>
            <a:pPr lvl="2"/>
            <a:r>
              <a:t>Body Level Three</a:t>
            </a:r>
          </a:p>
          <a:p>
            <a:pPr lvl="3"/>
            <a:r>
              <a:t>Body Level Four</a:t>
            </a:r>
          </a:p>
          <a:p>
            <a:pPr lvl="4"/>
            <a:r>
              <a:t>Body Level Five</a:t>
            </a:r>
          </a:p>
        </p:txBody>
      </p:sp>
      <p:sp>
        <p:nvSpPr>
          <p:cNvPr id="401" name="Slide Number"/>
          <p:cNvSpPr txBox="1"/>
          <p:nvPr>
            <p:ph type="sldNum" sz="quarter" idx="2"/>
          </p:nvPr>
        </p:nvSpPr>
        <p:spPr>
          <a:prstGeom prst="rect">
            <a:avLst/>
          </a:prstGeom>
        </p:spPr>
        <p:txBody>
          <a:bodyPr/>
          <a:lstStyle>
            <a:lvl1pPr>
              <a:defRPr>
                <a:solidFill>
                  <a:srgbClr val="090909"/>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ig Number 3">
    <p:bg>
      <p:bgPr>
        <a:solidFill>
          <a:srgbClr val="1D1D1D"/>
        </a:solidFill>
      </p:bgPr>
    </p:bg>
    <p:spTree>
      <p:nvGrpSpPr>
        <p:cNvPr id="1" name=""/>
        <p:cNvGrpSpPr/>
        <p:nvPr/>
      </p:nvGrpSpPr>
      <p:grpSpPr>
        <a:xfrm>
          <a:off x="0" y="0"/>
          <a:ext cx="0" cy="0"/>
          <a:chOff x="0" y="0"/>
          <a:chExt cx="0" cy="0"/>
        </a:xfrm>
      </p:grpSpPr>
      <p:sp>
        <p:nvSpPr>
          <p:cNvPr id="408" name="tint"/>
          <p:cNvSpPr/>
          <p:nvPr/>
        </p:nvSpPr>
        <p:spPr>
          <a:xfrm>
            <a:off x="-1" y="0"/>
            <a:ext cx="12188954" cy="6858000"/>
          </a:xfrm>
          <a:prstGeom prst="rect">
            <a:avLst/>
          </a:prstGeom>
          <a:solidFill>
            <a:srgbClr val="1D1D1D">
              <a:alpha val="40000"/>
            </a:srgbClr>
          </a:solidFill>
          <a:ln w="12700">
            <a:miter lim="400000"/>
          </a:ln>
        </p:spPr>
        <p:txBody>
          <a:bodyPr lIns="45719" rIns="45719" anchor="ctr"/>
          <a:lstStyle/>
          <a:p>
            <a:pPr algn="ctr">
              <a:defRPr>
                <a:solidFill>
                  <a:srgbClr val="F1F2F3"/>
                </a:solidFill>
              </a:defRPr>
            </a:pPr>
          </a:p>
        </p:txBody>
      </p:sp>
      <p:sp>
        <p:nvSpPr>
          <p:cNvPr id="409" name="Rectangle 6"/>
          <p:cNvSpPr/>
          <p:nvPr/>
        </p:nvSpPr>
        <p:spPr>
          <a:xfrm>
            <a:off x="0" y="0"/>
            <a:ext cx="12192000" cy="6858000"/>
          </a:xfrm>
          <a:prstGeom prst="rect">
            <a:avLst/>
          </a:prstGeom>
          <a:solidFill>
            <a:srgbClr val="202AA0"/>
          </a:solidFill>
          <a:ln w="12700">
            <a:miter lim="400000"/>
          </a:ln>
        </p:spPr>
        <p:txBody>
          <a:bodyPr lIns="45719" rIns="45719" anchor="ctr"/>
          <a:lstStyle/>
          <a:p>
            <a:pPr algn="ctr">
              <a:defRPr>
                <a:solidFill>
                  <a:srgbClr val="FFFFFF"/>
                </a:solidFill>
              </a:defRPr>
            </a:pPr>
          </a:p>
        </p:txBody>
      </p:sp>
      <p:sp>
        <p:nvSpPr>
          <p:cNvPr id="410" name="Rectangle 7"/>
          <p:cNvSpPr/>
          <p:nvPr/>
        </p:nvSpPr>
        <p:spPr>
          <a:xfrm>
            <a:off x="0" y="-1"/>
            <a:ext cx="12192001" cy="4939395"/>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411" name="##%"/>
          <p:cNvSpPr txBox="1"/>
          <p:nvPr>
            <p:ph type="title" hasCustomPrompt="1"/>
          </p:nvPr>
        </p:nvSpPr>
        <p:spPr>
          <a:xfrm>
            <a:off x="822960" y="678425"/>
            <a:ext cx="10543032" cy="3677265"/>
          </a:xfrm>
          <a:prstGeom prst="rect">
            <a:avLst/>
          </a:prstGeom>
        </p:spPr>
        <p:txBody>
          <a:bodyPr anchor="b"/>
          <a:lstStyle>
            <a:lvl1pPr algn="ctr">
              <a:defRPr sz="23200"/>
            </a:lvl1pPr>
          </a:lstStyle>
          <a:p>
            <a:pPr/>
            <a:r>
              <a:t>##%</a:t>
            </a:r>
          </a:p>
        </p:txBody>
      </p:sp>
      <p:sp>
        <p:nvSpPr>
          <p:cNvPr id="412" name="Body Level One…"/>
          <p:cNvSpPr txBox="1"/>
          <p:nvPr>
            <p:ph type="body" sz="quarter" idx="1"/>
          </p:nvPr>
        </p:nvSpPr>
        <p:spPr>
          <a:xfrm>
            <a:off x="1229031" y="5321789"/>
            <a:ext cx="9733938" cy="1153815"/>
          </a:xfrm>
          <a:prstGeom prst="rect">
            <a:avLst/>
          </a:prstGeom>
        </p:spPr>
        <p:txBody>
          <a:bodyPr anchor="ctr"/>
          <a:lstStyle>
            <a:lvl1pPr marL="0" indent="0" algn="ctr">
              <a:lnSpc>
                <a:spcPct val="110000"/>
              </a:lnSpc>
              <a:buSzTx/>
              <a:buFontTx/>
              <a:buNone/>
              <a:defRPr sz="2800">
                <a:solidFill>
                  <a:srgbClr val="FFFFFF"/>
                </a:solidFill>
              </a:defRPr>
            </a:lvl1pPr>
            <a:lvl2pPr marL="0" indent="457200" algn="ctr">
              <a:lnSpc>
                <a:spcPct val="110000"/>
              </a:lnSpc>
              <a:buSzTx/>
              <a:buFontTx/>
              <a:buNone/>
              <a:defRPr sz="2800">
                <a:solidFill>
                  <a:srgbClr val="FFFFFF"/>
                </a:solidFill>
              </a:defRPr>
            </a:lvl2pPr>
            <a:lvl3pPr marL="0" indent="914400" algn="ctr">
              <a:lnSpc>
                <a:spcPct val="110000"/>
              </a:lnSpc>
              <a:buSzTx/>
              <a:buFontTx/>
              <a:buNone/>
              <a:defRPr sz="2800">
                <a:solidFill>
                  <a:srgbClr val="FFFFFF"/>
                </a:solidFill>
              </a:defRPr>
            </a:lvl3pPr>
            <a:lvl4pPr marL="0" indent="1371600" algn="ctr">
              <a:lnSpc>
                <a:spcPct val="110000"/>
              </a:lnSpc>
              <a:buSzTx/>
              <a:buFontTx/>
              <a:buNone/>
              <a:defRPr sz="2800">
                <a:solidFill>
                  <a:srgbClr val="FFFFFF"/>
                </a:solidFill>
              </a:defRPr>
            </a:lvl4pPr>
            <a:lvl5pPr marL="0" indent="1828800" algn="ctr">
              <a:lnSpc>
                <a:spcPct val="110000"/>
              </a:lnSpc>
              <a:buSzTx/>
              <a:buFontTx/>
              <a:buNone/>
              <a:defRPr sz="2800">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sp>
        <p:nvSpPr>
          <p:cNvPr id="413"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420" name="Rectangle 5"/>
          <p:cNvSpPr/>
          <p:nvPr/>
        </p:nvSpPr>
        <p:spPr>
          <a:xfrm>
            <a:off x="-18907" y="0"/>
            <a:ext cx="9039922" cy="6858000"/>
          </a:xfrm>
          <a:prstGeom prst="rect">
            <a:avLst/>
          </a:prstGeom>
          <a:solidFill>
            <a:srgbClr val="FFFFFF"/>
          </a:solidFill>
          <a:ln w="12700">
            <a:miter lim="400000"/>
          </a:ln>
          <a:effectLst>
            <a:outerShdw sx="100000" sy="100000" kx="0" ky="0" algn="b" rotWithShape="0" blurRad="368300" dist="63500" dir="5400000">
              <a:srgbClr val="000000">
                <a:alpha val="15000"/>
              </a:srgbClr>
            </a:outerShdw>
          </a:effectLst>
        </p:spPr>
        <p:txBody>
          <a:bodyPr lIns="45719" rIns="45719" anchor="ctr"/>
          <a:lstStyle/>
          <a:p>
            <a:pPr algn="ctr">
              <a:defRPr>
                <a:solidFill>
                  <a:srgbClr val="1D1D1D"/>
                </a:solidFill>
              </a:defRPr>
            </a:pPr>
          </a:p>
        </p:txBody>
      </p:sp>
      <p:sp>
        <p:nvSpPr>
          <p:cNvPr id="421" name="Title Text"/>
          <p:cNvSpPr txBox="1"/>
          <p:nvPr>
            <p:ph type="title"/>
          </p:nvPr>
        </p:nvSpPr>
        <p:spPr>
          <a:xfrm>
            <a:off x="612648" y="-1133856"/>
            <a:ext cx="10652760" cy="1133856"/>
          </a:xfrm>
          <a:prstGeom prst="rect">
            <a:avLst/>
          </a:prstGeom>
        </p:spPr>
        <p:txBody>
          <a:bodyPr anchor="b"/>
          <a:lstStyle>
            <a:lvl1pPr>
              <a:defRPr sz="3200"/>
            </a:lvl1pPr>
          </a:lstStyle>
          <a:p>
            <a:pPr/>
            <a:r>
              <a:t>Title Text</a:t>
            </a:r>
          </a:p>
        </p:txBody>
      </p:sp>
      <p:sp>
        <p:nvSpPr>
          <p:cNvPr id="422" name="Body Level One…"/>
          <p:cNvSpPr txBox="1"/>
          <p:nvPr>
            <p:ph type="body" idx="1" hasCustomPrompt="1"/>
          </p:nvPr>
        </p:nvSpPr>
        <p:spPr>
          <a:xfrm>
            <a:off x="457200" y="417785"/>
            <a:ext cx="7811814" cy="5478519"/>
          </a:xfrm>
          <a:prstGeom prst="rect">
            <a:avLst/>
          </a:prstGeom>
        </p:spPr>
        <p:txBody>
          <a:bodyPr/>
          <a:lstStyle>
            <a:lvl1pPr marL="0" indent="0">
              <a:lnSpc>
                <a:spcPct val="100000"/>
              </a:lnSpc>
              <a:buSzTx/>
              <a:buFontTx/>
              <a:buNone/>
              <a:defRPr sz="5400"/>
            </a:lvl1pPr>
            <a:lvl2pPr marL="0" indent="228600">
              <a:lnSpc>
                <a:spcPct val="100000"/>
              </a:lnSpc>
              <a:buSzTx/>
              <a:buFontTx/>
              <a:buNone/>
              <a:defRPr sz="5400"/>
            </a:lvl2pPr>
            <a:lvl3pPr marL="0" indent="457200">
              <a:lnSpc>
                <a:spcPct val="100000"/>
              </a:lnSpc>
              <a:buSzTx/>
              <a:buFontTx/>
              <a:buNone/>
              <a:defRPr sz="5400"/>
            </a:lvl3pPr>
            <a:lvl4pPr marL="0" indent="685800">
              <a:lnSpc>
                <a:spcPct val="100000"/>
              </a:lnSpc>
              <a:buSzTx/>
              <a:buFontTx/>
              <a:buNone/>
              <a:defRPr sz="5400"/>
            </a:lvl4pPr>
            <a:lvl5pPr marL="0" indent="914400">
              <a:lnSpc>
                <a:spcPct val="100000"/>
              </a:lnSpc>
              <a:buSzTx/>
              <a:buFontTx/>
              <a:buNone/>
              <a:defRPr sz="5400"/>
            </a:lvl5pPr>
          </a:lstStyle>
          <a:p>
            <a:pPr/>
            <a:r>
              <a:t>Click to edit Statement</a:t>
            </a:r>
          </a:p>
          <a:p>
            <a:pPr lvl="1"/>
            <a:r>
              <a:t/>
            </a:r>
          </a:p>
          <a:p>
            <a:pPr lvl="2"/>
            <a:r>
              <a:t/>
            </a:r>
          </a:p>
          <a:p>
            <a:pPr lvl="3"/>
            <a:r>
              <a:t/>
            </a:r>
          </a:p>
          <a:p>
            <a:pPr lvl="4"/>
            <a:r>
              <a:t/>
            </a:r>
          </a:p>
        </p:txBody>
      </p:sp>
      <p:sp>
        <p:nvSpPr>
          <p:cNvPr id="4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tatement 3">
    <p:spTree>
      <p:nvGrpSpPr>
        <p:cNvPr id="1" name=""/>
        <p:cNvGrpSpPr/>
        <p:nvPr/>
      </p:nvGrpSpPr>
      <p:grpSpPr>
        <a:xfrm>
          <a:off x="0" y="0"/>
          <a:ext cx="0" cy="0"/>
          <a:chOff x="0" y="0"/>
          <a:chExt cx="0" cy="0"/>
        </a:xfrm>
      </p:grpSpPr>
      <p:sp>
        <p:nvSpPr>
          <p:cNvPr id="430" name="Rectangle 8"/>
          <p:cNvSpPr/>
          <p:nvPr/>
        </p:nvSpPr>
        <p:spPr>
          <a:xfrm>
            <a:off x="0" y="0"/>
            <a:ext cx="12192000" cy="6858000"/>
          </a:xfrm>
          <a:prstGeom prst="rect">
            <a:avLst/>
          </a:prstGeom>
          <a:solidFill>
            <a:srgbClr val="1D1D1D"/>
          </a:solidFill>
          <a:ln w="12700">
            <a:miter lim="400000"/>
          </a:ln>
        </p:spPr>
        <p:txBody>
          <a:bodyPr lIns="45719" rIns="45719" anchor="ctr"/>
          <a:lstStyle/>
          <a:p>
            <a:pPr algn="ctr">
              <a:defRPr>
                <a:solidFill>
                  <a:srgbClr val="FFFFFF"/>
                </a:solidFill>
              </a:defRPr>
            </a:pPr>
          </a:p>
        </p:txBody>
      </p:sp>
      <p:sp>
        <p:nvSpPr>
          <p:cNvPr id="431" name="Title Text"/>
          <p:cNvSpPr txBox="1"/>
          <p:nvPr>
            <p:ph type="title"/>
          </p:nvPr>
        </p:nvSpPr>
        <p:spPr>
          <a:xfrm>
            <a:off x="612648" y="-1133856"/>
            <a:ext cx="10652760" cy="1133856"/>
          </a:xfrm>
          <a:prstGeom prst="rect">
            <a:avLst/>
          </a:prstGeom>
        </p:spPr>
        <p:txBody>
          <a:bodyPr anchor="b"/>
          <a:lstStyle>
            <a:lvl1pPr>
              <a:defRPr sz="3200"/>
            </a:lvl1pPr>
          </a:lstStyle>
          <a:p>
            <a:pPr/>
            <a:r>
              <a:t>Title Text</a:t>
            </a:r>
          </a:p>
        </p:txBody>
      </p:sp>
      <p:sp>
        <p:nvSpPr>
          <p:cNvPr id="432" name="Body Level One…"/>
          <p:cNvSpPr txBox="1"/>
          <p:nvPr>
            <p:ph type="body" idx="1" hasCustomPrompt="1"/>
          </p:nvPr>
        </p:nvSpPr>
        <p:spPr>
          <a:xfrm>
            <a:off x="457198" y="1929383"/>
            <a:ext cx="8421626" cy="4142234"/>
          </a:xfrm>
          <a:prstGeom prst="rect">
            <a:avLst/>
          </a:prstGeom>
        </p:spPr>
        <p:txBody>
          <a:bodyPr anchor="b"/>
          <a:lstStyle>
            <a:lvl1pPr marL="0" indent="0">
              <a:lnSpc>
                <a:spcPct val="100000"/>
              </a:lnSpc>
              <a:buSzTx/>
              <a:buFontTx/>
              <a:buNone/>
              <a:defRPr b="1" sz="5000">
                <a:solidFill>
                  <a:srgbClr val="FFFFFF"/>
                </a:solidFill>
              </a:defRPr>
            </a:lvl1pPr>
            <a:lvl2pPr marL="0" indent="228600">
              <a:lnSpc>
                <a:spcPct val="100000"/>
              </a:lnSpc>
              <a:buSzTx/>
              <a:buFontTx/>
              <a:buNone/>
              <a:defRPr b="1" sz="5000">
                <a:solidFill>
                  <a:srgbClr val="FFFFFF"/>
                </a:solidFill>
              </a:defRPr>
            </a:lvl2pPr>
            <a:lvl3pPr marL="0" indent="457200">
              <a:lnSpc>
                <a:spcPct val="100000"/>
              </a:lnSpc>
              <a:buSzTx/>
              <a:buFontTx/>
              <a:buNone/>
              <a:defRPr b="1" sz="5000">
                <a:solidFill>
                  <a:srgbClr val="FFFFFF"/>
                </a:solidFill>
              </a:defRPr>
            </a:lvl3pPr>
            <a:lvl4pPr marL="0" indent="685800">
              <a:lnSpc>
                <a:spcPct val="100000"/>
              </a:lnSpc>
              <a:buSzTx/>
              <a:buFontTx/>
              <a:buNone/>
              <a:defRPr b="1" sz="5000">
                <a:solidFill>
                  <a:srgbClr val="FFFFFF"/>
                </a:solidFill>
              </a:defRPr>
            </a:lvl4pPr>
            <a:lvl5pPr marL="0" indent="914400">
              <a:lnSpc>
                <a:spcPct val="100000"/>
              </a:lnSpc>
              <a:buSzTx/>
              <a:buFontTx/>
              <a:buNone/>
              <a:defRPr b="1" sz="5000">
                <a:solidFill>
                  <a:srgbClr val="FFFFFF"/>
                </a:solidFill>
              </a:defRPr>
            </a:lvl5pPr>
          </a:lstStyle>
          <a:p>
            <a:pPr/>
            <a:r>
              <a:t>Click to edit Statement</a:t>
            </a:r>
          </a:p>
          <a:p>
            <a:pPr lvl="1"/>
            <a:r>
              <a:t/>
            </a:r>
          </a:p>
          <a:p>
            <a:pPr lvl="2"/>
            <a:r>
              <a:t/>
            </a:r>
          </a:p>
          <a:p>
            <a:pPr lvl="3"/>
            <a:r>
              <a:t/>
            </a:r>
          </a:p>
          <a:p>
            <a:pPr lvl="4"/>
            <a:r>
              <a:t/>
            </a:r>
          </a:p>
        </p:txBody>
      </p:sp>
      <p:sp>
        <p:nvSpPr>
          <p:cNvPr id="433"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440" name="Rectangle 6"/>
          <p:cNvSpPr/>
          <p:nvPr/>
        </p:nvSpPr>
        <p:spPr>
          <a:xfrm>
            <a:off x="0" y="-1"/>
            <a:ext cx="12192001" cy="4939395"/>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441" name="Click to edit Quote"/>
          <p:cNvSpPr txBox="1"/>
          <p:nvPr>
            <p:ph type="title" hasCustomPrompt="1"/>
          </p:nvPr>
        </p:nvSpPr>
        <p:spPr>
          <a:xfrm>
            <a:off x="1334071" y="706211"/>
            <a:ext cx="9473191" cy="3526973"/>
          </a:xfrm>
          <a:prstGeom prst="rect">
            <a:avLst/>
          </a:prstGeom>
        </p:spPr>
        <p:txBody>
          <a:bodyPr/>
          <a:lstStyle>
            <a:lvl1pPr marL="173736" indent="-173736">
              <a:lnSpc>
                <a:spcPct val="100000"/>
              </a:lnSpc>
              <a:defRPr sz="5400">
                <a:solidFill>
                  <a:schemeClr val="accent1"/>
                </a:solidFill>
              </a:defRPr>
            </a:lvl1pPr>
          </a:lstStyle>
          <a:p>
            <a:pPr/>
            <a:r>
              <a:t>Click to edit Quote</a:t>
            </a:r>
          </a:p>
        </p:txBody>
      </p:sp>
      <p:sp>
        <p:nvSpPr>
          <p:cNvPr id="442" name="Body Level One…"/>
          <p:cNvSpPr txBox="1"/>
          <p:nvPr>
            <p:ph type="body" sz="quarter" idx="1" hasCustomPrompt="1"/>
          </p:nvPr>
        </p:nvSpPr>
        <p:spPr>
          <a:xfrm>
            <a:off x="1518800" y="5592286"/>
            <a:ext cx="8991270" cy="612821"/>
          </a:xfrm>
          <a:prstGeom prst="rect">
            <a:avLst/>
          </a:prstGeom>
        </p:spPr>
        <p:txBody>
          <a:bodyPr anchor="ctr"/>
          <a:lstStyle>
            <a:lvl1pPr marL="0" indent="0">
              <a:buSzTx/>
              <a:buFontTx/>
              <a:buNone/>
              <a:defRPr sz="2200"/>
            </a:lvl1pPr>
            <a:lvl2pPr marL="0" indent="457200">
              <a:buSzTx/>
              <a:buFontTx/>
              <a:buNone/>
              <a:defRPr sz="2200"/>
            </a:lvl2pPr>
            <a:lvl3pPr marL="0" indent="914400">
              <a:buSzTx/>
              <a:buFontTx/>
              <a:buNone/>
              <a:defRPr sz="2200"/>
            </a:lvl3pPr>
            <a:lvl4pPr marL="0" indent="1371600">
              <a:buSzTx/>
              <a:buFontTx/>
              <a:buNone/>
              <a:defRPr sz="2200"/>
            </a:lvl4pPr>
            <a:lvl5pPr marL="0" indent="1828800">
              <a:buSzTx/>
              <a:buFontTx/>
              <a:buNone/>
              <a:defRPr sz="2200"/>
            </a:lvl5pPr>
          </a:lstStyle>
          <a:p>
            <a:pPr/>
            <a:r>
              <a:t>Quote Author</a:t>
            </a:r>
          </a:p>
          <a:p>
            <a:pPr lvl="1"/>
            <a:r>
              <a:t/>
            </a:r>
          </a:p>
          <a:p>
            <a:pPr lvl="2"/>
            <a:r>
              <a:t/>
            </a:r>
          </a:p>
          <a:p>
            <a:pPr lvl="3"/>
            <a:r>
              <a:t/>
            </a:r>
          </a:p>
          <a:p>
            <a:pPr lvl="4"/>
            <a:r>
              <a:t/>
            </a:r>
          </a:p>
        </p:txBody>
      </p:sp>
      <p:sp>
        <p:nvSpPr>
          <p:cNvPr id="44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2">
    <p:spTree>
      <p:nvGrpSpPr>
        <p:cNvPr id="1" name=""/>
        <p:cNvGrpSpPr/>
        <p:nvPr/>
      </p:nvGrpSpPr>
      <p:grpSpPr>
        <a:xfrm>
          <a:off x="0" y="0"/>
          <a:ext cx="0" cy="0"/>
          <a:chOff x="0" y="0"/>
          <a:chExt cx="0" cy="0"/>
        </a:xfrm>
      </p:grpSpPr>
      <p:sp>
        <p:nvSpPr>
          <p:cNvPr id="450" name="Rectangle 6"/>
          <p:cNvSpPr/>
          <p:nvPr/>
        </p:nvSpPr>
        <p:spPr>
          <a:xfrm>
            <a:off x="0" y="-1"/>
            <a:ext cx="12192001" cy="4939395"/>
          </a:xfrm>
          <a:prstGeom prst="rect">
            <a:avLst/>
          </a:prstGeom>
          <a:solidFill>
            <a:srgbClr val="FFFFFF"/>
          </a:solidFill>
          <a:ln w="12700">
            <a:miter lim="400000"/>
          </a:ln>
          <a:effectLst>
            <a:outerShdw sx="100000" sy="100000" kx="0" ky="0" algn="b" rotWithShape="0" blurRad="304800" dist="50800" dir="5400000">
              <a:srgbClr val="000000">
                <a:alpha val="20000"/>
              </a:srgbClr>
            </a:outerShdw>
          </a:effectLst>
        </p:spPr>
        <p:txBody>
          <a:bodyPr lIns="45719" rIns="45719" anchor="ctr"/>
          <a:lstStyle/>
          <a:p>
            <a:pPr algn="ctr">
              <a:defRPr>
                <a:solidFill>
                  <a:srgbClr val="FFFFFF"/>
                </a:solidFill>
              </a:defRPr>
            </a:pPr>
          </a:p>
        </p:txBody>
      </p:sp>
      <p:sp>
        <p:nvSpPr>
          <p:cNvPr id="451" name="Click to edit Quote"/>
          <p:cNvSpPr txBox="1"/>
          <p:nvPr>
            <p:ph type="title" hasCustomPrompt="1"/>
          </p:nvPr>
        </p:nvSpPr>
        <p:spPr>
          <a:xfrm>
            <a:off x="457198" y="494270"/>
            <a:ext cx="9116571" cy="3781169"/>
          </a:xfrm>
          <a:prstGeom prst="rect">
            <a:avLst/>
          </a:prstGeom>
        </p:spPr>
        <p:txBody>
          <a:bodyPr anchor="t"/>
          <a:lstStyle>
            <a:lvl1pPr marL="173736" indent="-173736">
              <a:lnSpc>
                <a:spcPct val="100000"/>
              </a:lnSpc>
              <a:defRPr sz="4400"/>
            </a:lvl1pPr>
          </a:lstStyle>
          <a:p>
            <a:pPr/>
            <a:r>
              <a:t>Click to edit Quote</a:t>
            </a:r>
          </a:p>
        </p:txBody>
      </p:sp>
      <p:sp>
        <p:nvSpPr>
          <p:cNvPr id="452" name="Body Level One…"/>
          <p:cNvSpPr txBox="1"/>
          <p:nvPr>
            <p:ph type="body" sz="quarter" idx="1" hasCustomPrompt="1"/>
          </p:nvPr>
        </p:nvSpPr>
        <p:spPr>
          <a:xfrm>
            <a:off x="604982" y="5520006"/>
            <a:ext cx="8968786" cy="757380"/>
          </a:xfrm>
          <a:prstGeom prst="rect">
            <a:avLst/>
          </a:prstGeom>
        </p:spPr>
        <p:txBody>
          <a:bodyPr anchor="ctr"/>
          <a:lstStyle>
            <a:lvl1pPr marL="0" indent="0">
              <a:buSzTx/>
              <a:buFontTx/>
              <a:buNone/>
              <a:defRPr b="1" sz="2200">
                <a:solidFill>
                  <a:schemeClr val="accent1"/>
                </a:solidFill>
              </a:defRPr>
            </a:lvl1pPr>
            <a:lvl2pPr marL="0" indent="457200">
              <a:buSzTx/>
              <a:buFontTx/>
              <a:buNone/>
              <a:defRPr b="1" sz="2200">
                <a:solidFill>
                  <a:schemeClr val="accent1"/>
                </a:solidFill>
              </a:defRPr>
            </a:lvl2pPr>
            <a:lvl3pPr marL="0" indent="914400">
              <a:buSzTx/>
              <a:buFontTx/>
              <a:buNone/>
              <a:defRPr b="1" sz="2200">
                <a:solidFill>
                  <a:schemeClr val="accent1"/>
                </a:solidFill>
              </a:defRPr>
            </a:lvl3pPr>
            <a:lvl4pPr marL="0" indent="1371600">
              <a:buSzTx/>
              <a:buFontTx/>
              <a:buNone/>
              <a:defRPr b="1" sz="2200">
                <a:solidFill>
                  <a:schemeClr val="accent1"/>
                </a:solidFill>
              </a:defRPr>
            </a:lvl4pPr>
            <a:lvl5pPr marL="0" indent="1828800">
              <a:buSzTx/>
              <a:buFontTx/>
              <a:buNone/>
              <a:defRPr b="1" sz="2200">
                <a:solidFill>
                  <a:schemeClr val="accent1"/>
                </a:solidFill>
              </a:defRPr>
            </a:lvl5pPr>
          </a:lstStyle>
          <a:p>
            <a:pPr/>
            <a:r>
              <a:t>Quote Author</a:t>
            </a:r>
          </a:p>
          <a:p>
            <a:pPr lvl="1"/>
            <a:r>
              <a:t/>
            </a:r>
          </a:p>
          <a:p>
            <a:pPr lvl="2"/>
            <a:r>
              <a:t/>
            </a:r>
          </a:p>
          <a:p>
            <a:pPr lvl="3"/>
            <a:r>
              <a:t/>
            </a:r>
          </a:p>
          <a:p>
            <a:pPr lvl="4"/>
            <a:r>
              <a:t/>
            </a:r>
          </a:p>
        </p:txBody>
      </p:sp>
      <p:sp>
        <p:nvSpPr>
          <p:cNvPr id="453" name="Slide Number"/>
          <p:cNvSpPr txBox="1"/>
          <p:nvPr>
            <p:ph type="sldNum" sz="quarter" idx="2"/>
          </p:nvPr>
        </p:nvSpPr>
        <p:spPr>
          <a:xfrm>
            <a:off x="11690784" y="6445528"/>
            <a:ext cx="273656" cy="269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 3">
    <p:bg>
      <p:bgPr>
        <a:solidFill>
          <a:srgbClr val="1D1D1D"/>
        </a:solidFill>
      </p:bgPr>
    </p:bg>
    <p:spTree>
      <p:nvGrpSpPr>
        <p:cNvPr id="1" name=""/>
        <p:cNvGrpSpPr/>
        <p:nvPr/>
      </p:nvGrpSpPr>
      <p:grpSpPr>
        <a:xfrm>
          <a:off x="0" y="0"/>
          <a:ext cx="0" cy="0"/>
          <a:chOff x="0" y="0"/>
          <a:chExt cx="0" cy="0"/>
        </a:xfrm>
      </p:grpSpPr>
      <p:sp>
        <p:nvSpPr>
          <p:cNvPr id="460" name="Rectangle 6"/>
          <p:cNvSpPr/>
          <p:nvPr/>
        </p:nvSpPr>
        <p:spPr>
          <a:xfrm>
            <a:off x="0" y="1"/>
            <a:ext cx="12192000" cy="6858001"/>
          </a:xfrm>
          <a:prstGeom prst="rect">
            <a:avLst/>
          </a:prstGeom>
          <a:solidFill>
            <a:srgbClr val="202AA0"/>
          </a:solidFill>
          <a:ln w="12700">
            <a:miter lim="400000"/>
          </a:ln>
        </p:spPr>
        <p:txBody>
          <a:bodyPr lIns="45719" rIns="45719" anchor="ctr"/>
          <a:lstStyle/>
          <a:p>
            <a:pPr algn="ctr">
              <a:defRPr>
                <a:solidFill>
                  <a:srgbClr val="FFFFFF"/>
                </a:solidFill>
              </a:defRPr>
            </a:pPr>
          </a:p>
        </p:txBody>
      </p:sp>
      <p:sp>
        <p:nvSpPr>
          <p:cNvPr id="461" name="Click to edit Quote"/>
          <p:cNvSpPr txBox="1"/>
          <p:nvPr>
            <p:ph type="title" hasCustomPrompt="1"/>
          </p:nvPr>
        </p:nvSpPr>
        <p:spPr>
          <a:xfrm>
            <a:off x="1499616" y="1344167"/>
            <a:ext cx="9272017" cy="3291842"/>
          </a:xfrm>
          <a:prstGeom prst="rect">
            <a:avLst/>
          </a:prstGeom>
        </p:spPr>
        <p:txBody>
          <a:bodyPr/>
          <a:lstStyle>
            <a:lvl1pPr marL="155447" indent="-155447">
              <a:lnSpc>
                <a:spcPct val="100000"/>
              </a:lnSpc>
              <a:defRPr sz="4000">
                <a:solidFill>
                  <a:srgbClr val="F1F2F3"/>
                </a:solidFill>
              </a:defRPr>
            </a:lvl1pPr>
          </a:lstStyle>
          <a:p>
            <a:pPr/>
            <a:r>
              <a:t>Click to edit Quote</a:t>
            </a:r>
          </a:p>
        </p:txBody>
      </p:sp>
      <p:sp>
        <p:nvSpPr>
          <p:cNvPr id="462" name="Body Level One…"/>
          <p:cNvSpPr txBox="1"/>
          <p:nvPr>
            <p:ph type="body" sz="quarter" idx="1" hasCustomPrompt="1"/>
          </p:nvPr>
        </p:nvSpPr>
        <p:spPr>
          <a:xfrm>
            <a:off x="1647396" y="5349240"/>
            <a:ext cx="9088028" cy="466345"/>
          </a:xfrm>
          <a:prstGeom prst="rect">
            <a:avLst/>
          </a:prstGeom>
        </p:spPr>
        <p:txBody>
          <a:bodyPr anchor="ctr"/>
          <a:lstStyle>
            <a:lvl1pPr marL="0" indent="0">
              <a:buSzTx/>
              <a:buFontTx/>
              <a:buNone/>
              <a:defRPr b="1" sz="2200">
                <a:solidFill>
                  <a:srgbClr val="AAAFEE"/>
                </a:solidFill>
              </a:defRPr>
            </a:lvl1pPr>
            <a:lvl2pPr marL="0" indent="457200">
              <a:buSzTx/>
              <a:buFontTx/>
              <a:buNone/>
              <a:defRPr b="1" sz="2200">
                <a:solidFill>
                  <a:srgbClr val="AAAFEE"/>
                </a:solidFill>
              </a:defRPr>
            </a:lvl2pPr>
            <a:lvl3pPr marL="0" indent="914400">
              <a:buSzTx/>
              <a:buFontTx/>
              <a:buNone/>
              <a:defRPr b="1" sz="2200">
                <a:solidFill>
                  <a:srgbClr val="AAAFEE"/>
                </a:solidFill>
              </a:defRPr>
            </a:lvl3pPr>
            <a:lvl4pPr marL="0" indent="1371600">
              <a:buSzTx/>
              <a:buFontTx/>
              <a:buNone/>
              <a:defRPr b="1" sz="2200">
                <a:solidFill>
                  <a:srgbClr val="AAAFEE"/>
                </a:solidFill>
              </a:defRPr>
            </a:lvl4pPr>
            <a:lvl5pPr marL="0" indent="1828800">
              <a:buSzTx/>
              <a:buFontTx/>
              <a:buNone/>
              <a:defRPr b="1" sz="2200">
                <a:solidFill>
                  <a:srgbClr val="AAAFEE"/>
                </a:solidFill>
              </a:defRPr>
            </a:lvl5pPr>
          </a:lstStyle>
          <a:p>
            <a:pPr/>
            <a:r>
              <a:t>Quote Author</a:t>
            </a:r>
          </a:p>
          <a:p>
            <a:pPr lvl="1"/>
            <a:r>
              <a:t/>
            </a:r>
          </a:p>
          <a:p>
            <a:pPr lvl="2"/>
            <a:r>
              <a:t/>
            </a:r>
          </a:p>
          <a:p>
            <a:pPr lvl="3"/>
            <a:r>
              <a:t/>
            </a:r>
          </a:p>
          <a:p>
            <a:pPr lvl="4"/>
            <a:r>
              <a:t/>
            </a:r>
          </a:p>
        </p:txBody>
      </p:sp>
      <p:sp>
        <p:nvSpPr>
          <p:cNvPr id="463" name="Slide Number"/>
          <p:cNvSpPr txBox="1"/>
          <p:nvPr>
            <p:ph type="sldNum" sz="quarter" idx="2"/>
          </p:nvPr>
        </p:nvSpPr>
        <p:spPr>
          <a:prstGeom prst="rect">
            <a:avLst/>
          </a:prstGeom>
        </p:spPr>
        <p:txBody>
          <a:bodyPr/>
          <a:lstStyle>
            <a:lvl1pPr>
              <a:defRPr>
                <a:solidFill>
                  <a:srgbClr val="F1F2F3"/>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470" name="Rectangle 2"/>
          <p:cNvSpPr/>
          <p:nvPr/>
        </p:nvSpPr>
        <p:spPr>
          <a:xfrm>
            <a:off x="-1" y="-1"/>
            <a:ext cx="12192001" cy="1347109"/>
          </a:xfrm>
          <a:prstGeom prst="rect">
            <a:avLst/>
          </a:prstGeom>
          <a:solidFill>
            <a:srgbClr val="FFFFFF"/>
          </a:solidFill>
          <a:ln w="12700">
            <a:miter lim="400000"/>
          </a:ln>
          <a:effectLst>
            <a:outerShdw sx="100000" sy="100000" kx="0" ky="0" algn="b" rotWithShape="0" blurRad="203200" dist="25400" dir="5400000">
              <a:srgbClr val="000000">
                <a:alpha val="13000"/>
              </a:srgbClr>
            </a:outerShdw>
          </a:effectLst>
        </p:spPr>
        <p:txBody>
          <a:bodyPr lIns="45719" rIns="45719" anchor="ctr"/>
          <a:lstStyle/>
          <a:p>
            <a:pPr algn="ctr">
              <a:defRPr>
                <a:solidFill>
                  <a:srgbClr val="FFFFFF"/>
                </a:solidFill>
              </a:defRPr>
            </a:pPr>
          </a:p>
        </p:txBody>
      </p:sp>
      <p:sp>
        <p:nvSpPr>
          <p:cNvPr id="471" name="Title Text"/>
          <p:cNvSpPr txBox="1"/>
          <p:nvPr>
            <p:ph type="title"/>
          </p:nvPr>
        </p:nvSpPr>
        <p:spPr>
          <a:xfrm>
            <a:off x="457198" y="457200"/>
            <a:ext cx="10896601" cy="693682"/>
          </a:xfrm>
          <a:prstGeom prst="rect">
            <a:avLst/>
          </a:prstGeom>
        </p:spPr>
        <p:txBody>
          <a:bodyPr anchor="t"/>
          <a:lstStyle>
            <a:lvl1pPr>
              <a:defRPr sz="3200"/>
            </a:lvl1pPr>
          </a:lstStyle>
          <a:p>
            <a:pPr/>
            <a:r>
              <a:t>Title Text</a:t>
            </a:r>
          </a:p>
        </p:txBody>
      </p:sp>
      <p:sp>
        <p:nvSpPr>
          <p:cNvPr id="472" name="Body Level One…"/>
          <p:cNvSpPr txBox="1"/>
          <p:nvPr>
            <p:ph type="body" sz="half" idx="1"/>
          </p:nvPr>
        </p:nvSpPr>
        <p:spPr>
          <a:xfrm>
            <a:off x="457198" y="1663263"/>
            <a:ext cx="5218933" cy="4672014"/>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73" name="Text Placeholder 10"/>
          <p:cNvSpPr/>
          <p:nvPr>
            <p:ph type="body" sz="half" idx="21"/>
          </p:nvPr>
        </p:nvSpPr>
        <p:spPr>
          <a:xfrm>
            <a:off x="6172200" y="1663263"/>
            <a:ext cx="5181600" cy="4672014"/>
          </a:xfrm>
          <a:prstGeom prst="rect">
            <a:avLst/>
          </a:prstGeom>
        </p:spPr>
        <p:txBody>
          <a:bodyPr/>
          <a:lstStyle/>
          <a:p>
            <a:pPr/>
          </a:p>
        </p:txBody>
      </p:sp>
      <p:sp>
        <p:nvSpPr>
          <p:cNvPr id="4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81" name="Rectangle 3"/>
          <p:cNvSpPr/>
          <p:nvPr/>
        </p:nvSpPr>
        <p:spPr>
          <a:xfrm>
            <a:off x="-1" y="-1"/>
            <a:ext cx="12192001" cy="1347109"/>
          </a:xfrm>
          <a:prstGeom prst="rect">
            <a:avLst/>
          </a:prstGeom>
          <a:solidFill>
            <a:srgbClr val="FFFFFF"/>
          </a:solidFill>
          <a:ln w="12700">
            <a:miter lim="400000"/>
          </a:ln>
          <a:effectLst>
            <a:outerShdw sx="100000" sy="100000" kx="0" ky="0" algn="b" rotWithShape="0" blurRad="215900" dist="25400" dir="5400000">
              <a:srgbClr val="000000">
                <a:alpha val="13000"/>
              </a:srgbClr>
            </a:outerShdw>
          </a:effectLst>
        </p:spPr>
        <p:txBody>
          <a:bodyPr lIns="45719" rIns="45719" anchor="ctr"/>
          <a:lstStyle/>
          <a:p>
            <a:pPr algn="ctr">
              <a:defRPr>
                <a:solidFill>
                  <a:srgbClr val="FFFFFF"/>
                </a:solidFill>
              </a:defRPr>
            </a:pPr>
          </a:p>
        </p:txBody>
      </p:sp>
      <p:sp>
        <p:nvSpPr>
          <p:cNvPr id="482" name="Title Text"/>
          <p:cNvSpPr txBox="1"/>
          <p:nvPr>
            <p:ph type="title"/>
          </p:nvPr>
        </p:nvSpPr>
        <p:spPr>
          <a:xfrm>
            <a:off x="457198" y="457201"/>
            <a:ext cx="10898191" cy="693682"/>
          </a:xfrm>
          <a:prstGeom prst="rect">
            <a:avLst/>
          </a:prstGeom>
        </p:spPr>
        <p:txBody>
          <a:bodyPr anchor="t"/>
          <a:lstStyle>
            <a:lvl1pPr>
              <a:defRPr sz="3200"/>
            </a:lvl1pPr>
          </a:lstStyle>
          <a:p>
            <a:pPr/>
            <a:r>
              <a:t>Title Text</a:t>
            </a:r>
          </a:p>
        </p:txBody>
      </p:sp>
      <p:sp>
        <p:nvSpPr>
          <p:cNvPr id="483" name="Body Level One…"/>
          <p:cNvSpPr txBox="1"/>
          <p:nvPr>
            <p:ph type="body" sz="quarter" idx="1"/>
          </p:nvPr>
        </p:nvSpPr>
        <p:spPr>
          <a:xfrm>
            <a:off x="457200" y="1595300"/>
            <a:ext cx="5262890" cy="534034"/>
          </a:xfrm>
          <a:prstGeom prst="rect">
            <a:avLst/>
          </a:prstGeom>
        </p:spPr>
        <p:txBody>
          <a:bodyPr anchor="b"/>
          <a:lstStyle>
            <a:lvl1pPr marL="0" indent="0">
              <a:lnSpc>
                <a:spcPct val="90000"/>
              </a:lnSpc>
              <a:buSzTx/>
              <a:buFontTx/>
              <a:buNone/>
              <a:defRPr b="1" cap="all" spc="150">
                <a:solidFill>
                  <a:schemeClr val="accent1"/>
                </a:solidFill>
              </a:defRPr>
            </a:lvl1pPr>
            <a:lvl2pPr marL="0" indent="457200">
              <a:lnSpc>
                <a:spcPct val="90000"/>
              </a:lnSpc>
              <a:buSzTx/>
              <a:buFontTx/>
              <a:buNone/>
              <a:defRPr b="1" cap="all" spc="150">
                <a:solidFill>
                  <a:schemeClr val="accent1"/>
                </a:solidFill>
              </a:defRPr>
            </a:lvl2pPr>
            <a:lvl3pPr marL="0" indent="914400">
              <a:lnSpc>
                <a:spcPct val="90000"/>
              </a:lnSpc>
              <a:buSzTx/>
              <a:buFontTx/>
              <a:buNone/>
              <a:defRPr b="1" cap="all" spc="150">
                <a:solidFill>
                  <a:schemeClr val="accent1"/>
                </a:solidFill>
              </a:defRPr>
            </a:lvl3pPr>
            <a:lvl4pPr marL="0" indent="1371600">
              <a:lnSpc>
                <a:spcPct val="90000"/>
              </a:lnSpc>
              <a:buSzTx/>
              <a:buFontTx/>
              <a:buNone/>
              <a:defRPr b="1" cap="all" spc="150">
                <a:solidFill>
                  <a:schemeClr val="accent1"/>
                </a:solidFill>
              </a:defRPr>
            </a:lvl4pPr>
            <a:lvl5pPr marL="0" indent="1828800">
              <a:lnSpc>
                <a:spcPct val="90000"/>
              </a:lnSpc>
              <a:buSzTx/>
              <a:buFontTx/>
              <a:buNone/>
              <a:defRPr b="1" cap="all" spc="150">
                <a:solidFill>
                  <a:schemeClr val="accent1"/>
                </a:solidFill>
              </a:defRPr>
            </a:lvl5pPr>
          </a:lstStyle>
          <a:p>
            <a:pPr/>
            <a:r>
              <a:t>Body Level One</a:t>
            </a:r>
          </a:p>
          <a:p>
            <a:pPr lvl="1"/>
            <a:r>
              <a:t>Body Level Two</a:t>
            </a:r>
          </a:p>
          <a:p>
            <a:pPr lvl="2"/>
            <a:r>
              <a:t>Body Level Three</a:t>
            </a:r>
          </a:p>
          <a:p>
            <a:pPr lvl="3"/>
            <a:r>
              <a:t>Body Level Four</a:t>
            </a:r>
          </a:p>
          <a:p>
            <a:pPr lvl="4"/>
            <a:r>
              <a:t>Body Level Five</a:t>
            </a:r>
          </a:p>
        </p:txBody>
      </p:sp>
      <p:sp>
        <p:nvSpPr>
          <p:cNvPr id="484" name="Text Placeholder 10"/>
          <p:cNvSpPr/>
          <p:nvPr>
            <p:ph type="body" sz="half" idx="21"/>
          </p:nvPr>
        </p:nvSpPr>
        <p:spPr>
          <a:xfrm>
            <a:off x="457198" y="2271365"/>
            <a:ext cx="5262893" cy="3763963"/>
          </a:xfrm>
          <a:prstGeom prst="rect">
            <a:avLst/>
          </a:prstGeom>
        </p:spPr>
        <p:txBody>
          <a:bodyPr/>
          <a:lstStyle/>
          <a:p>
            <a:pPr/>
          </a:p>
        </p:txBody>
      </p:sp>
      <p:sp>
        <p:nvSpPr>
          <p:cNvPr id="485" name="Text Placeholder 4"/>
          <p:cNvSpPr/>
          <p:nvPr>
            <p:ph type="body" sz="quarter" idx="22"/>
          </p:nvPr>
        </p:nvSpPr>
        <p:spPr>
          <a:xfrm>
            <a:off x="6172200" y="1595300"/>
            <a:ext cx="5183188" cy="534034"/>
          </a:xfrm>
          <a:prstGeom prst="rect">
            <a:avLst/>
          </a:prstGeom>
        </p:spPr>
        <p:txBody>
          <a:bodyPr anchor="b"/>
          <a:lstStyle/>
          <a:p>
            <a:pPr marL="0" indent="0">
              <a:lnSpc>
                <a:spcPct val="90000"/>
              </a:lnSpc>
              <a:buSzTx/>
              <a:buFontTx/>
              <a:buNone/>
              <a:defRPr b="1" cap="all" spc="100">
                <a:solidFill>
                  <a:schemeClr val="accent1"/>
                </a:solidFill>
              </a:defRPr>
            </a:pPr>
          </a:p>
        </p:txBody>
      </p:sp>
      <p:sp>
        <p:nvSpPr>
          <p:cNvPr id="486" name="Text Placeholder 12"/>
          <p:cNvSpPr/>
          <p:nvPr>
            <p:ph type="body" sz="half" idx="23"/>
          </p:nvPr>
        </p:nvSpPr>
        <p:spPr>
          <a:xfrm>
            <a:off x="6172200" y="2271365"/>
            <a:ext cx="5183188" cy="3763963"/>
          </a:xfrm>
          <a:prstGeom prst="rect">
            <a:avLst/>
          </a:prstGeom>
        </p:spPr>
        <p:txBody>
          <a:bodyPr/>
          <a:lstStyle/>
          <a:p>
            <a:pPr/>
          </a:p>
        </p:txBody>
      </p:sp>
      <p:sp>
        <p:nvSpPr>
          <p:cNvPr id="48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494" name="Title Text"/>
          <p:cNvSpPr txBox="1"/>
          <p:nvPr>
            <p:ph type="title"/>
          </p:nvPr>
        </p:nvSpPr>
        <p:spPr>
          <a:xfrm>
            <a:off x="457200" y="457200"/>
            <a:ext cx="10809027" cy="1132259"/>
          </a:xfrm>
          <a:prstGeom prst="rect">
            <a:avLst/>
          </a:prstGeom>
        </p:spPr>
        <p:txBody>
          <a:bodyPr anchor="t"/>
          <a:lstStyle>
            <a:lvl1pPr>
              <a:defRPr sz="3200"/>
            </a:lvl1pPr>
          </a:lstStyle>
          <a:p>
            <a:pPr/>
            <a:r>
              <a:t>Title Text</a:t>
            </a:r>
          </a:p>
        </p:txBody>
      </p:sp>
      <p:sp>
        <p:nvSpPr>
          <p:cNvPr id="4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50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509" name="Rectangle 7"/>
          <p:cNvSpPr/>
          <p:nvPr/>
        </p:nvSpPr>
        <p:spPr>
          <a:xfrm>
            <a:off x="0" y="-2"/>
            <a:ext cx="4604131" cy="6858001"/>
          </a:xfrm>
          <a:prstGeom prst="rect">
            <a:avLst/>
          </a:prstGeom>
          <a:solidFill>
            <a:srgbClr val="FFFFFF"/>
          </a:solidFill>
          <a:ln w="12700">
            <a:miter lim="400000"/>
          </a:ln>
          <a:effectLst>
            <a:outerShdw sx="100000" sy="100000" kx="0" ky="0" algn="b" rotWithShape="0" blurRad="228600" dist="25400" dir="5400000">
              <a:srgbClr val="000000">
                <a:alpha val="15000"/>
              </a:srgbClr>
            </a:outerShdw>
          </a:effectLst>
        </p:spPr>
        <p:txBody>
          <a:bodyPr lIns="45719" rIns="45719" anchor="ctr"/>
          <a:lstStyle/>
          <a:p>
            <a:pPr algn="ctr">
              <a:defRPr>
                <a:solidFill>
                  <a:srgbClr val="FFFFFF"/>
                </a:solidFill>
              </a:defRPr>
            </a:pPr>
          </a:p>
        </p:txBody>
      </p:sp>
      <p:sp>
        <p:nvSpPr>
          <p:cNvPr id="510" name="Title Text"/>
          <p:cNvSpPr txBox="1"/>
          <p:nvPr>
            <p:ph type="title"/>
          </p:nvPr>
        </p:nvSpPr>
        <p:spPr>
          <a:xfrm>
            <a:off x="457198" y="457200"/>
            <a:ext cx="3657603" cy="1757505"/>
          </a:xfrm>
          <a:prstGeom prst="rect">
            <a:avLst/>
          </a:prstGeom>
        </p:spPr>
        <p:txBody>
          <a:bodyPr anchor="t"/>
          <a:lstStyle>
            <a:lvl1pPr>
              <a:defRPr sz="3200"/>
            </a:lvl1pPr>
          </a:lstStyle>
          <a:p>
            <a:pPr/>
            <a:r>
              <a:t>Title Text</a:t>
            </a:r>
          </a:p>
        </p:txBody>
      </p:sp>
      <p:sp>
        <p:nvSpPr>
          <p:cNvPr id="511" name="Body Level One…"/>
          <p:cNvSpPr txBox="1"/>
          <p:nvPr>
            <p:ph type="body" sz="quarter" idx="1"/>
          </p:nvPr>
        </p:nvSpPr>
        <p:spPr>
          <a:xfrm>
            <a:off x="457198" y="2585543"/>
            <a:ext cx="3657603" cy="3675233"/>
          </a:xfrm>
          <a:prstGeom prst="rect">
            <a:avLst/>
          </a:prstGeom>
        </p:spPr>
        <p:txBody>
          <a:bodyPr anchor="b"/>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51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519" name="Rectangle 9"/>
          <p:cNvSpPr/>
          <p:nvPr/>
        </p:nvSpPr>
        <p:spPr>
          <a:xfrm>
            <a:off x="4605423" y="0"/>
            <a:ext cx="7586579" cy="6858000"/>
          </a:xfrm>
          <a:prstGeom prst="rect">
            <a:avLst/>
          </a:prstGeom>
          <a:solidFill>
            <a:srgbClr val="FFFFFF"/>
          </a:solidFill>
          <a:ln w="12700">
            <a:miter lim="400000"/>
          </a:ln>
          <a:effectLst>
            <a:outerShdw sx="100000" sy="100000" kx="0" ky="0" algn="b" rotWithShape="0" blurRad="228600" dist="25400" dir="5400000">
              <a:srgbClr val="000000">
                <a:alpha val="20000"/>
              </a:srgbClr>
            </a:outerShdw>
          </a:effectLst>
        </p:spPr>
        <p:txBody>
          <a:bodyPr lIns="45719" rIns="45719" anchor="ctr"/>
          <a:lstStyle/>
          <a:p>
            <a:pPr algn="ctr">
              <a:defRPr>
                <a:solidFill>
                  <a:srgbClr val="FFFFFF"/>
                </a:solidFill>
              </a:defRPr>
            </a:pPr>
          </a:p>
        </p:txBody>
      </p:sp>
      <p:sp>
        <p:nvSpPr>
          <p:cNvPr id="520" name="Title Text"/>
          <p:cNvSpPr txBox="1"/>
          <p:nvPr>
            <p:ph type="title"/>
          </p:nvPr>
        </p:nvSpPr>
        <p:spPr>
          <a:xfrm>
            <a:off x="457198" y="457200"/>
            <a:ext cx="3688869" cy="2212314"/>
          </a:xfrm>
          <a:prstGeom prst="rect">
            <a:avLst/>
          </a:prstGeom>
        </p:spPr>
        <p:txBody>
          <a:bodyPr anchor="t"/>
          <a:lstStyle>
            <a:lvl1pPr>
              <a:defRPr sz="3200"/>
            </a:lvl1pPr>
          </a:lstStyle>
          <a:p>
            <a:pPr/>
            <a:r>
              <a:t>Title Text</a:t>
            </a:r>
          </a:p>
        </p:txBody>
      </p:sp>
      <p:sp>
        <p:nvSpPr>
          <p:cNvPr id="521" name="Body Level One…"/>
          <p:cNvSpPr txBox="1"/>
          <p:nvPr>
            <p:ph type="body" sz="quarter" idx="1"/>
          </p:nvPr>
        </p:nvSpPr>
        <p:spPr>
          <a:xfrm>
            <a:off x="472822" y="2826136"/>
            <a:ext cx="3673509" cy="3434640"/>
          </a:xfrm>
          <a:prstGeom prst="rect">
            <a:avLst/>
          </a:prstGeom>
        </p:spPr>
        <p:txBody>
          <a:bodyPr anchor="b"/>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522" name="Picture Placeholder 2"/>
          <p:cNvSpPr/>
          <p:nvPr>
            <p:ph type="pic" idx="21"/>
          </p:nvPr>
        </p:nvSpPr>
        <p:spPr>
          <a:xfrm>
            <a:off x="5163206" y="557784"/>
            <a:ext cx="6471010" cy="5742432"/>
          </a:xfrm>
          <a:prstGeom prst="rect">
            <a:avLst/>
          </a:prstGeom>
        </p:spPr>
        <p:txBody>
          <a:bodyPr lIns="91439" rIns="91439">
            <a:noAutofit/>
          </a:bodyPr>
          <a:lstStyle/>
          <a:p>
            <a:pPr/>
          </a:p>
        </p:txBody>
      </p:sp>
      <p:sp>
        <p:nvSpPr>
          <p:cNvPr id="5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clusion">
    <p:bg>
      <p:bgPr>
        <a:solidFill>
          <a:srgbClr val="090909"/>
        </a:solidFill>
      </p:bgPr>
    </p:bg>
    <p:spTree>
      <p:nvGrpSpPr>
        <p:cNvPr id="1" name=""/>
        <p:cNvGrpSpPr/>
        <p:nvPr/>
      </p:nvGrpSpPr>
      <p:grpSpPr>
        <a:xfrm>
          <a:off x="0" y="0"/>
          <a:ext cx="0" cy="0"/>
          <a:chOff x="0" y="0"/>
          <a:chExt cx="0" cy="0"/>
        </a:xfrm>
      </p:grpSpPr>
      <p:sp>
        <p:nvSpPr>
          <p:cNvPr id="530" name="Rectangle 8"/>
          <p:cNvSpPr/>
          <p:nvPr/>
        </p:nvSpPr>
        <p:spPr>
          <a:xfrm>
            <a:off x="-1" y="0"/>
            <a:ext cx="12192001" cy="6858000"/>
          </a:xfrm>
          <a:prstGeom prst="rect">
            <a:avLst/>
          </a:prstGeom>
          <a:solidFill>
            <a:srgbClr val="1D1D1D"/>
          </a:solidFill>
          <a:ln w="12700">
            <a:miter lim="400000"/>
          </a:ln>
        </p:spPr>
        <p:txBody>
          <a:bodyPr lIns="45719" rIns="45719" anchor="ctr"/>
          <a:lstStyle/>
          <a:p>
            <a:pPr algn="ctr">
              <a:defRPr>
                <a:solidFill>
                  <a:srgbClr val="FFFFFF"/>
                </a:solidFill>
              </a:defRPr>
            </a:pPr>
          </a:p>
        </p:txBody>
      </p:sp>
      <p:sp>
        <p:nvSpPr>
          <p:cNvPr id="531" name="Rectangle 2"/>
          <p:cNvSpPr/>
          <p:nvPr/>
        </p:nvSpPr>
        <p:spPr>
          <a:xfrm>
            <a:off x="0" y="-5419"/>
            <a:ext cx="12192001" cy="2583082"/>
          </a:xfrm>
          <a:prstGeom prst="rect">
            <a:avLst/>
          </a:prstGeom>
          <a:solidFill>
            <a:srgbClr val="090909">
              <a:alpha val="50000"/>
            </a:srgbClr>
          </a:solidFill>
          <a:ln w="12700">
            <a:miter lim="400000"/>
          </a:ln>
          <a:effectLst>
            <a:outerShdw sx="100000" sy="100000" kx="0" ky="0" algn="b" rotWithShape="0" blurRad="228600" dist="25400" dir="5400000">
              <a:srgbClr val="000000">
                <a:alpha val="15000"/>
              </a:srgbClr>
            </a:outerShdw>
          </a:effectLst>
        </p:spPr>
        <p:txBody>
          <a:bodyPr lIns="45719" rIns="45719" anchor="ctr"/>
          <a:lstStyle/>
          <a:p>
            <a:pPr algn="ctr">
              <a:defRPr>
                <a:solidFill>
                  <a:srgbClr val="FFFFFF"/>
                </a:solidFill>
              </a:defRPr>
            </a:pPr>
          </a:p>
        </p:txBody>
      </p:sp>
      <p:sp>
        <p:nvSpPr>
          <p:cNvPr id="532" name="Title Text"/>
          <p:cNvSpPr txBox="1"/>
          <p:nvPr>
            <p:ph type="title"/>
          </p:nvPr>
        </p:nvSpPr>
        <p:spPr>
          <a:xfrm>
            <a:off x="457200" y="835571"/>
            <a:ext cx="10499835" cy="1434664"/>
          </a:xfrm>
          <a:prstGeom prst="rect">
            <a:avLst/>
          </a:prstGeom>
        </p:spPr>
        <p:txBody>
          <a:bodyPr anchor="b"/>
          <a:lstStyle>
            <a:lvl1pPr>
              <a:defRPr sz="6000">
                <a:solidFill>
                  <a:srgbClr val="FFFFFF"/>
                </a:solidFill>
              </a:defRPr>
            </a:lvl1pPr>
          </a:lstStyle>
          <a:p>
            <a:pPr/>
            <a:r>
              <a:t>Title Text</a:t>
            </a:r>
          </a:p>
        </p:txBody>
      </p:sp>
      <p:sp>
        <p:nvSpPr>
          <p:cNvPr id="533" name="Body Level One…"/>
          <p:cNvSpPr txBox="1"/>
          <p:nvPr>
            <p:ph type="body" sz="half" idx="1"/>
          </p:nvPr>
        </p:nvSpPr>
        <p:spPr>
          <a:xfrm>
            <a:off x="461043" y="3593591"/>
            <a:ext cx="10890506" cy="2743201"/>
          </a:xfrm>
          <a:prstGeom prst="rect">
            <a:avLst/>
          </a:prstGeom>
        </p:spPr>
        <p:txBody>
          <a:bodyPr/>
          <a:lstStyle>
            <a:lvl1pPr marL="0" indent="0">
              <a:buSzTx/>
              <a:buFontTx/>
              <a:buNone/>
              <a:defRPr>
                <a:solidFill>
                  <a:srgbClr val="FFFFFF"/>
                </a:solidFill>
              </a:defRPr>
            </a:lvl1pPr>
            <a:lvl2pPr marL="0" indent="228600">
              <a:buSzTx/>
              <a:buFontTx/>
              <a:buNone/>
              <a:defRPr>
                <a:solidFill>
                  <a:srgbClr val="FFFFFF"/>
                </a:solidFill>
              </a:defRPr>
            </a:lvl2pPr>
            <a:lvl3pPr marL="0" indent="457200">
              <a:buSzTx/>
              <a:buFontTx/>
              <a:buNone/>
              <a:defRPr>
                <a:solidFill>
                  <a:srgbClr val="FFFFFF"/>
                </a:solidFill>
              </a:defRPr>
            </a:lvl3pPr>
            <a:lvl4pPr marL="0" indent="685800">
              <a:buSzTx/>
              <a:buFontTx/>
              <a:buNone/>
              <a:defRPr>
                <a:solidFill>
                  <a:srgbClr val="FFFFFF"/>
                </a:solidFill>
              </a:defRPr>
            </a:lvl4pPr>
            <a:lvl5pPr marL="0" indent="914400">
              <a:buSzTx/>
              <a:buFontTx/>
              <a:buNone/>
              <a:defRPr>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sp>
        <p:nvSpPr>
          <p:cNvPr id="534"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clusion 2">
    <p:spTree>
      <p:nvGrpSpPr>
        <p:cNvPr id="1" name=""/>
        <p:cNvGrpSpPr/>
        <p:nvPr/>
      </p:nvGrpSpPr>
      <p:grpSpPr>
        <a:xfrm>
          <a:off x="0" y="0"/>
          <a:ext cx="0" cy="0"/>
          <a:chOff x="0" y="0"/>
          <a:chExt cx="0" cy="0"/>
        </a:xfrm>
      </p:grpSpPr>
      <p:sp>
        <p:nvSpPr>
          <p:cNvPr id="541" name="Rectangle 7"/>
          <p:cNvSpPr/>
          <p:nvPr/>
        </p:nvSpPr>
        <p:spPr>
          <a:xfrm>
            <a:off x="0" y="-24264"/>
            <a:ext cx="12192001" cy="4299183"/>
          </a:xfrm>
          <a:prstGeom prst="rect">
            <a:avLst/>
          </a:prstGeom>
          <a:solidFill>
            <a:srgbClr val="FFFFFF"/>
          </a:solidFill>
          <a:ln w="12700">
            <a:miter lim="400000"/>
          </a:ln>
          <a:effectLst>
            <a:outerShdw sx="100000" sy="100000" kx="0" ky="0" algn="b" rotWithShape="0" blurRad="254000" dist="25400" dir="5400000">
              <a:srgbClr val="000000">
                <a:alpha val="20000"/>
              </a:srgbClr>
            </a:outerShdw>
          </a:effectLst>
        </p:spPr>
        <p:txBody>
          <a:bodyPr lIns="45719" rIns="45719" anchor="ctr"/>
          <a:lstStyle/>
          <a:p>
            <a:pPr algn="ctr">
              <a:defRPr>
                <a:solidFill>
                  <a:srgbClr val="FFFFFF"/>
                </a:solidFill>
              </a:defRPr>
            </a:pPr>
          </a:p>
        </p:txBody>
      </p:sp>
      <p:sp>
        <p:nvSpPr>
          <p:cNvPr id="542" name="Title Text"/>
          <p:cNvSpPr txBox="1"/>
          <p:nvPr>
            <p:ph type="title"/>
          </p:nvPr>
        </p:nvSpPr>
        <p:spPr>
          <a:xfrm>
            <a:off x="457200" y="1001110"/>
            <a:ext cx="8430767" cy="2940269"/>
          </a:xfrm>
          <a:prstGeom prst="rect">
            <a:avLst/>
          </a:prstGeom>
        </p:spPr>
        <p:txBody>
          <a:bodyPr anchor="b"/>
          <a:lstStyle>
            <a:lvl1pPr>
              <a:defRPr sz="6000">
                <a:solidFill>
                  <a:schemeClr val="accent1"/>
                </a:solidFill>
              </a:defRPr>
            </a:lvl1pPr>
          </a:lstStyle>
          <a:p>
            <a:pPr/>
            <a:r>
              <a:t>Title Text</a:t>
            </a:r>
          </a:p>
        </p:txBody>
      </p:sp>
      <p:sp>
        <p:nvSpPr>
          <p:cNvPr id="543" name="Body Level One…"/>
          <p:cNvSpPr txBox="1"/>
          <p:nvPr>
            <p:ph type="body" sz="quarter" idx="1"/>
          </p:nvPr>
        </p:nvSpPr>
        <p:spPr>
          <a:xfrm>
            <a:off x="457200" y="4696445"/>
            <a:ext cx="8430639" cy="1279616"/>
          </a:xfrm>
          <a:prstGeom prst="rect">
            <a:avLst/>
          </a:prstGeom>
        </p:spPr>
        <p:txBody>
          <a:bodyPr/>
          <a:lstStyle>
            <a:lvl1pPr marL="0" indent="0">
              <a:buSzTx/>
              <a:buFontTx/>
              <a:buNone/>
              <a:defRPr sz="2400"/>
            </a:lvl1pPr>
            <a:lvl2pPr marL="0" indent="228600">
              <a:buSzTx/>
              <a:buFontTx/>
              <a:buNone/>
              <a:defRPr sz="2400"/>
            </a:lvl2pPr>
            <a:lvl3pPr marL="0" indent="457200">
              <a:buSzTx/>
              <a:buFontTx/>
              <a:buNone/>
              <a:defRPr sz="2400"/>
            </a:lvl3pPr>
            <a:lvl4pPr marL="0" indent="685800">
              <a:buSzTx/>
              <a:buFontTx/>
              <a:buNone/>
              <a:defRPr sz="2400"/>
            </a:lvl4pPr>
            <a:lvl5pPr marL="0" indent="914400">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54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Section Header">
    <p:bg>
      <p:bgPr>
        <a:solidFill>
          <a:srgbClr val="090909"/>
        </a:solidFill>
      </p:bgPr>
    </p:bg>
    <p:spTree>
      <p:nvGrpSpPr>
        <p:cNvPr id="1" name=""/>
        <p:cNvGrpSpPr/>
        <p:nvPr/>
      </p:nvGrpSpPr>
      <p:grpSpPr>
        <a:xfrm>
          <a:off x="0" y="0"/>
          <a:ext cx="0" cy="0"/>
          <a:chOff x="0" y="0"/>
          <a:chExt cx="0" cy="0"/>
        </a:xfrm>
      </p:grpSpPr>
      <p:sp>
        <p:nvSpPr>
          <p:cNvPr id="551" name="tint"/>
          <p:cNvSpPr/>
          <p:nvPr/>
        </p:nvSpPr>
        <p:spPr>
          <a:xfrm>
            <a:off x="-1" y="0"/>
            <a:ext cx="12188954" cy="6858000"/>
          </a:xfrm>
          <a:prstGeom prst="rect">
            <a:avLst/>
          </a:prstGeom>
          <a:solidFill>
            <a:srgbClr val="1D1D1D">
              <a:alpha val="40000"/>
            </a:srgbClr>
          </a:solidFill>
          <a:ln w="12700">
            <a:miter lim="400000"/>
          </a:ln>
        </p:spPr>
        <p:txBody>
          <a:bodyPr lIns="45719" rIns="45719" anchor="ctr"/>
          <a:lstStyle/>
          <a:p>
            <a:pPr algn="ctr">
              <a:defRPr>
                <a:solidFill>
                  <a:srgbClr val="F1F2F3"/>
                </a:solidFill>
              </a:defRPr>
            </a:pPr>
          </a:p>
        </p:txBody>
      </p:sp>
      <p:sp>
        <p:nvSpPr>
          <p:cNvPr id="552" name="Title Text"/>
          <p:cNvSpPr txBox="1"/>
          <p:nvPr>
            <p:ph type="title"/>
          </p:nvPr>
        </p:nvSpPr>
        <p:spPr>
          <a:xfrm>
            <a:off x="274320" y="1801367"/>
            <a:ext cx="7772401" cy="4572001"/>
          </a:xfrm>
          <a:prstGeom prst="rect">
            <a:avLst/>
          </a:prstGeom>
        </p:spPr>
        <p:txBody>
          <a:bodyPr anchor="b"/>
          <a:lstStyle>
            <a:lvl1pPr>
              <a:defRPr sz="7400">
                <a:solidFill>
                  <a:srgbClr val="F1F2F3"/>
                </a:solidFill>
              </a:defRPr>
            </a:lvl1pPr>
          </a:lstStyle>
          <a:p>
            <a:pPr/>
            <a:r>
              <a:t>Title Text</a:t>
            </a:r>
          </a:p>
        </p:txBody>
      </p:sp>
      <p:sp>
        <p:nvSpPr>
          <p:cNvPr id="553" name="Body Level One…"/>
          <p:cNvSpPr txBox="1"/>
          <p:nvPr>
            <p:ph type="body" sz="quarter" idx="1"/>
          </p:nvPr>
        </p:nvSpPr>
        <p:spPr>
          <a:xfrm>
            <a:off x="265175" y="484631"/>
            <a:ext cx="7772401" cy="594361"/>
          </a:xfrm>
          <a:prstGeom prst="rect">
            <a:avLst/>
          </a:prstGeom>
        </p:spPr>
        <p:txBody>
          <a:bodyPr/>
          <a:lstStyle>
            <a:lvl1pPr marL="0" indent="0">
              <a:buSzTx/>
              <a:buFontTx/>
              <a:buNone/>
              <a:defRPr sz="2000">
                <a:solidFill>
                  <a:srgbClr val="F1F2F3"/>
                </a:solidFill>
              </a:defRPr>
            </a:lvl1pPr>
            <a:lvl2pPr marL="0" indent="457200">
              <a:buSzTx/>
              <a:buFontTx/>
              <a:buNone/>
              <a:defRPr sz="2000">
                <a:solidFill>
                  <a:srgbClr val="F1F2F3"/>
                </a:solidFill>
              </a:defRPr>
            </a:lvl2pPr>
            <a:lvl3pPr marL="0" indent="914400">
              <a:buSzTx/>
              <a:buFontTx/>
              <a:buNone/>
              <a:defRPr sz="2000">
                <a:solidFill>
                  <a:srgbClr val="F1F2F3"/>
                </a:solidFill>
              </a:defRPr>
            </a:lvl3pPr>
            <a:lvl4pPr marL="0" indent="1371600">
              <a:buSzTx/>
              <a:buFontTx/>
              <a:buNone/>
              <a:defRPr sz="2000">
                <a:solidFill>
                  <a:srgbClr val="F1F2F3"/>
                </a:solidFill>
              </a:defRPr>
            </a:lvl4pPr>
            <a:lvl5pPr marL="0" indent="1828800">
              <a:buSzTx/>
              <a:buFontTx/>
              <a:buNone/>
              <a:defRPr sz="2000">
                <a:solidFill>
                  <a:srgbClr val="F1F2F3"/>
                </a:solidFill>
              </a:defRPr>
            </a:lvl5pPr>
          </a:lstStyle>
          <a:p>
            <a:pPr/>
            <a:r>
              <a:t>Body Level One</a:t>
            </a:r>
          </a:p>
          <a:p>
            <a:pPr lvl="1"/>
            <a:r>
              <a:t>Body Level Two</a:t>
            </a:r>
          </a:p>
          <a:p>
            <a:pPr lvl="2"/>
            <a:r>
              <a:t>Body Level Three</a:t>
            </a:r>
          </a:p>
          <a:p>
            <a:pPr lvl="3"/>
            <a:r>
              <a:t>Body Level Four</a:t>
            </a:r>
          </a:p>
          <a:p>
            <a:pPr lvl="4"/>
            <a:r>
              <a:t>Body Level Five</a:t>
            </a:r>
          </a:p>
        </p:txBody>
      </p:sp>
      <p:sp>
        <p:nvSpPr>
          <p:cNvPr id="554" name="Slide Number"/>
          <p:cNvSpPr txBox="1"/>
          <p:nvPr>
            <p:ph type="sldNum" sz="quarter" idx="2"/>
          </p:nvPr>
        </p:nvSpPr>
        <p:spPr>
          <a:prstGeom prst="rect">
            <a:avLst/>
          </a:prstGeom>
        </p:spPr>
        <p:txBody>
          <a:bodyPr/>
          <a:lstStyle>
            <a:lvl1pPr>
              <a:defRPr>
                <a:solidFill>
                  <a:srgbClr val="F1F2F3"/>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hoto 17">
    <p:spTree>
      <p:nvGrpSpPr>
        <p:cNvPr id="1" name=""/>
        <p:cNvGrpSpPr/>
        <p:nvPr/>
      </p:nvGrpSpPr>
      <p:grpSpPr>
        <a:xfrm>
          <a:off x="0" y="0"/>
          <a:ext cx="0" cy="0"/>
          <a:chOff x="0" y="0"/>
          <a:chExt cx="0" cy="0"/>
        </a:xfrm>
      </p:grpSpPr>
      <p:sp>
        <p:nvSpPr>
          <p:cNvPr id="561" name="Title Text"/>
          <p:cNvSpPr txBox="1"/>
          <p:nvPr>
            <p:ph type="title"/>
          </p:nvPr>
        </p:nvSpPr>
        <p:spPr>
          <a:xfrm>
            <a:off x="614677" y="550216"/>
            <a:ext cx="3657605" cy="1453898"/>
          </a:xfrm>
          <a:prstGeom prst="rect">
            <a:avLst/>
          </a:prstGeom>
        </p:spPr>
        <p:txBody>
          <a:bodyPr anchor="t"/>
          <a:lstStyle>
            <a:lvl1pPr>
              <a:defRPr sz="3200"/>
            </a:lvl1pPr>
          </a:lstStyle>
          <a:p>
            <a:pPr/>
            <a:r>
              <a:t>Title Text</a:t>
            </a:r>
          </a:p>
        </p:txBody>
      </p:sp>
      <p:sp>
        <p:nvSpPr>
          <p:cNvPr id="562" name="Picture Placeholder 10"/>
          <p:cNvSpPr/>
          <p:nvPr>
            <p:ph type="pic" sz="quarter" idx="21"/>
          </p:nvPr>
        </p:nvSpPr>
        <p:spPr>
          <a:xfrm>
            <a:off x="731520" y="2295144"/>
            <a:ext cx="3490178" cy="4041648"/>
          </a:xfrm>
          <a:prstGeom prst="rect">
            <a:avLst/>
          </a:prstGeom>
        </p:spPr>
        <p:txBody>
          <a:bodyPr lIns="91439" rIns="91439">
            <a:noAutofit/>
          </a:bodyPr>
          <a:lstStyle/>
          <a:p>
            <a:pPr/>
          </a:p>
        </p:txBody>
      </p:sp>
      <p:sp>
        <p:nvSpPr>
          <p:cNvPr id="563" name="Body Level One…"/>
          <p:cNvSpPr txBox="1"/>
          <p:nvPr>
            <p:ph type="body" idx="1"/>
          </p:nvPr>
        </p:nvSpPr>
        <p:spPr>
          <a:xfrm>
            <a:off x="5016500" y="549275"/>
            <a:ext cx="6561139" cy="575945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5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Relationship Id="rId48" Type="http://schemas.openxmlformats.org/officeDocument/2006/relationships/slideLayout" Target="../slideLayouts/slideLayout47.xml"/><Relationship Id="rId49" Type="http://schemas.openxmlformats.org/officeDocument/2006/relationships/slideLayout" Target="../slideLayouts/slideLayout48.xml"/><Relationship Id="rId50" Type="http://schemas.openxmlformats.org/officeDocument/2006/relationships/slideLayout" Target="../slideLayouts/slideLayout49.xml"/><Relationship Id="rId51" Type="http://schemas.openxmlformats.org/officeDocument/2006/relationships/slideLayout" Target="../slideLayouts/slideLayout50.xml"/><Relationship Id="rId52" Type="http://schemas.openxmlformats.org/officeDocument/2006/relationships/slideLayout" Target="../slideLayouts/slideLayout51.xml"/><Relationship Id="rId53" Type="http://schemas.openxmlformats.org/officeDocument/2006/relationships/slideLayout" Target="../slideLayouts/slideLayout52.xml"/><Relationship Id="rId54" Type="http://schemas.openxmlformats.org/officeDocument/2006/relationships/slideLayout" Target="../slideLayouts/slideLayout53.xml"/><Relationship Id="rId55"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nt"/>
          <p:cNvSpPr/>
          <p:nvPr/>
        </p:nvSpPr>
        <p:spPr>
          <a:xfrm>
            <a:off x="-1" y="0"/>
            <a:ext cx="12188954" cy="6858000"/>
          </a:xfrm>
          <a:prstGeom prst="rect">
            <a:avLst/>
          </a:prstGeom>
          <a:solidFill>
            <a:srgbClr val="F1F2F3">
              <a:alpha val="40000"/>
            </a:srgbClr>
          </a:solidFill>
          <a:ln w="12700">
            <a:miter lim="400000"/>
          </a:ln>
        </p:spPr>
        <p:txBody>
          <a:bodyPr lIns="45719" rIns="45719" anchor="ctr"/>
          <a:lstStyle/>
          <a:p>
            <a:pPr algn="ctr">
              <a:defRPr>
                <a:solidFill>
                  <a:srgbClr val="1D1D1D"/>
                </a:solidFill>
              </a:defRPr>
            </a:pPr>
          </a:p>
        </p:txBody>
      </p:sp>
      <p:sp>
        <p:nvSpPr>
          <p:cNvPr id="3" name="Title Text"/>
          <p:cNvSpPr txBox="1"/>
          <p:nvPr>
            <p:ph type="title"/>
          </p:nvPr>
        </p:nvSpPr>
        <p:spPr>
          <a:xfrm>
            <a:off x="841247" y="-1325881"/>
            <a:ext cx="10515601" cy="132588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4" name="Body Level One…"/>
          <p:cNvSpPr txBox="1"/>
          <p:nvPr>
            <p:ph type="body" idx="1"/>
          </p:nvPr>
        </p:nvSpPr>
        <p:spPr>
          <a:xfrm>
            <a:off x="378561" y="413752"/>
            <a:ext cx="11479380" cy="6030496"/>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5" name="Slide Number"/>
          <p:cNvSpPr txBox="1"/>
          <p:nvPr>
            <p:ph type="sldNum" sz="quarter" idx="2"/>
          </p:nvPr>
        </p:nvSpPr>
        <p:spPr>
          <a:xfrm>
            <a:off x="11690784" y="6445528"/>
            <a:ext cx="273656" cy="269241"/>
          </a:xfrm>
          <a:prstGeom prst="rect">
            <a:avLst/>
          </a:prstGeom>
          <a:ln w="12700">
            <a:miter lim="400000"/>
          </a:ln>
        </p:spPr>
        <p:txBody>
          <a:bodyPr wrap="none" lIns="45719" rIns="45719" anchor="ctr">
            <a:spAutoFit/>
          </a:bodyPr>
          <a:lstStyle>
            <a:lvl1pPr algn="ctr">
              <a:defRPr b="1" sz="1200">
                <a:solidFill>
                  <a:srgbClr val="1D1D1D"/>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2400" u="none">
          <a:solidFill>
            <a:srgbClr val="1D1D1D"/>
          </a:solidFill>
          <a:uFillTx/>
          <a:latin typeface="Bierstadt"/>
          <a:ea typeface="Bierstadt"/>
          <a:cs typeface="Bierstadt"/>
          <a:sym typeface="Bierstadt"/>
        </a:defRPr>
      </a:lvl1pPr>
      <a:lvl2pPr marL="0" marR="0" indent="0" algn="l" defTabSz="914400" rtl="0" latinLnBrk="0">
        <a:lnSpc>
          <a:spcPct val="90000"/>
        </a:lnSpc>
        <a:spcBef>
          <a:spcPts val="0"/>
        </a:spcBef>
        <a:spcAft>
          <a:spcPts val="0"/>
        </a:spcAft>
        <a:buClrTx/>
        <a:buSzTx/>
        <a:buFontTx/>
        <a:buNone/>
        <a:tabLst/>
        <a:defRPr b="0" baseline="0" cap="none" i="0" spc="0" strike="noStrike" sz="2400" u="none">
          <a:solidFill>
            <a:srgbClr val="1D1D1D"/>
          </a:solidFill>
          <a:uFillTx/>
          <a:latin typeface="Bierstadt"/>
          <a:ea typeface="Bierstadt"/>
          <a:cs typeface="Bierstadt"/>
          <a:sym typeface="Bierstadt"/>
        </a:defRPr>
      </a:lvl2pPr>
      <a:lvl3pPr marL="0" marR="0" indent="0" algn="l" defTabSz="914400" rtl="0" latinLnBrk="0">
        <a:lnSpc>
          <a:spcPct val="90000"/>
        </a:lnSpc>
        <a:spcBef>
          <a:spcPts val="0"/>
        </a:spcBef>
        <a:spcAft>
          <a:spcPts val="0"/>
        </a:spcAft>
        <a:buClrTx/>
        <a:buSzTx/>
        <a:buFontTx/>
        <a:buNone/>
        <a:tabLst/>
        <a:defRPr b="0" baseline="0" cap="none" i="0" spc="0" strike="noStrike" sz="2400" u="none">
          <a:solidFill>
            <a:srgbClr val="1D1D1D"/>
          </a:solidFill>
          <a:uFillTx/>
          <a:latin typeface="Bierstadt"/>
          <a:ea typeface="Bierstadt"/>
          <a:cs typeface="Bierstadt"/>
          <a:sym typeface="Bierstadt"/>
        </a:defRPr>
      </a:lvl3pPr>
      <a:lvl4pPr marL="0" marR="0" indent="0" algn="l" defTabSz="914400" rtl="0" latinLnBrk="0">
        <a:lnSpc>
          <a:spcPct val="90000"/>
        </a:lnSpc>
        <a:spcBef>
          <a:spcPts val="0"/>
        </a:spcBef>
        <a:spcAft>
          <a:spcPts val="0"/>
        </a:spcAft>
        <a:buClrTx/>
        <a:buSzTx/>
        <a:buFontTx/>
        <a:buNone/>
        <a:tabLst/>
        <a:defRPr b="0" baseline="0" cap="none" i="0" spc="0" strike="noStrike" sz="2400" u="none">
          <a:solidFill>
            <a:srgbClr val="1D1D1D"/>
          </a:solidFill>
          <a:uFillTx/>
          <a:latin typeface="Bierstadt"/>
          <a:ea typeface="Bierstadt"/>
          <a:cs typeface="Bierstadt"/>
          <a:sym typeface="Bierstadt"/>
        </a:defRPr>
      </a:lvl4pPr>
      <a:lvl5pPr marL="0" marR="0" indent="0" algn="l" defTabSz="914400" rtl="0" latinLnBrk="0">
        <a:lnSpc>
          <a:spcPct val="90000"/>
        </a:lnSpc>
        <a:spcBef>
          <a:spcPts val="0"/>
        </a:spcBef>
        <a:spcAft>
          <a:spcPts val="0"/>
        </a:spcAft>
        <a:buClrTx/>
        <a:buSzTx/>
        <a:buFontTx/>
        <a:buNone/>
        <a:tabLst/>
        <a:defRPr b="0" baseline="0" cap="none" i="0" spc="0" strike="noStrike" sz="2400" u="none">
          <a:solidFill>
            <a:srgbClr val="1D1D1D"/>
          </a:solidFill>
          <a:uFillTx/>
          <a:latin typeface="Bierstadt"/>
          <a:ea typeface="Bierstadt"/>
          <a:cs typeface="Bierstadt"/>
          <a:sym typeface="Bierstadt"/>
        </a:defRPr>
      </a:lvl5pPr>
      <a:lvl6pPr marL="0" marR="0" indent="0" algn="l" defTabSz="914400" rtl="0" latinLnBrk="0">
        <a:lnSpc>
          <a:spcPct val="90000"/>
        </a:lnSpc>
        <a:spcBef>
          <a:spcPts val="0"/>
        </a:spcBef>
        <a:spcAft>
          <a:spcPts val="0"/>
        </a:spcAft>
        <a:buClrTx/>
        <a:buSzTx/>
        <a:buFontTx/>
        <a:buNone/>
        <a:tabLst/>
        <a:defRPr b="0" baseline="0" cap="none" i="0" spc="0" strike="noStrike" sz="2400" u="none">
          <a:solidFill>
            <a:srgbClr val="1D1D1D"/>
          </a:solidFill>
          <a:uFillTx/>
          <a:latin typeface="Bierstadt"/>
          <a:ea typeface="Bierstadt"/>
          <a:cs typeface="Bierstadt"/>
          <a:sym typeface="Bierstadt"/>
        </a:defRPr>
      </a:lvl6pPr>
      <a:lvl7pPr marL="0" marR="0" indent="0" algn="l" defTabSz="914400" rtl="0" latinLnBrk="0">
        <a:lnSpc>
          <a:spcPct val="90000"/>
        </a:lnSpc>
        <a:spcBef>
          <a:spcPts val="0"/>
        </a:spcBef>
        <a:spcAft>
          <a:spcPts val="0"/>
        </a:spcAft>
        <a:buClrTx/>
        <a:buSzTx/>
        <a:buFontTx/>
        <a:buNone/>
        <a:tabLst/>
        <a:defRPr b="0" baseline="0" cap="none" i="0" spc="0" strike="noStrike" sz="2400" u="none">
          <a:solidFill>
            <a:srgbClr val="1D1D1D"/>
          </a:solidFill>
          <a:uFillTx/>
          <a:latin typeface="Bierstadt"/>
          <a:ea typeface="Bierstadt"/>
          <a:cs typeface="Bierstadt"/>
          <a:sym typeface="Bierstadt"/>
        </a:defRPr>
      </a:lvl7pPr>
      <a:lvl8pPr marL="0" marR="0" indent="0" algn="l" defTabSz="914400" rtl="0" latinLnBrk="0">
        <a:lnSpc>
          <a:spcPct val="90000"/>
        </a:lnSpc>
        <a:spcBef>
          <a:spcPts val="0"/>
        </a:spcBef>
        <a:spcAft>
          <a:spcPts val="0"/>
        </a:spcAft>
        <a:buClrTx/>
        <a:buSzTx/>
        <a:buFontTx/>
        <a:buNone/>
        <a:tabLst/>
        <a:defRPr b="0" baseline="0" cap="none" i="0" spc="0" strike="noStrike" sz="2400" u="none">
          <a:solidFill>
            <a:srgbClr val="1D1D1D"/>
          </a:solidFill>
          <a:uFillTx/>
          <a:latin typeface="Bierstadt"/>
          <a:ea typeface="Bierstadt"/>
          <a:cs typeface="Bierstadt"/>
          <a:sym typeface="Bierstadt"/>
        </a:defRPr>
      </a:lvl8pPr>
      <a:lvl9pPr marL="0" marR="0" indent="0" algn="l" defTabSz="914400" rtl="0" latinLnBrk="0">
        <a:lnSpc>
          <a:spcPct val="90000"/>
        </a:lnSpc>
        <a:spcBef>
          <a:spcPts val="0"/>
        </a:spcBef>
        <a:spcAft>
          <a:spcPts val="0"/>
        </a:spcAft>
        <a:buClrTx/>
        <a:buSzTx/>
        <a:buFontTx/>
        <a:buNone/>
        <a:tabLst/>
        <a:defRPr b="0" baseline="0" cap="none" i="0" spc="0" strike="noStrike" sz="2400" u="none">
          <a:solidFill>
            <a:srgbClr val="1D1D1D"/>
          </a:solidFill>
          <a:uFillTx/>
          <a:latin typeface="Bierstadt"/>
          <a:ea typeface="Bierstadt"/>
          <a:cs typeface="Bierstadt"/>
          <a:sym typeface="Bierstadt"/>
        </a:defRPr>
      </a:lvl9pPr>
    </p:titleStyle>
    <p:bodyStyle>
      <a:lvl1pPr marL="228600" marR="0" indent="-228600" algn="l" defTabSz="914400" rtl="0" latinLnBrk="0">
        <a:lnSpc>
          <a:spcPct val="120000"/>
        </a:lnSpc>
        <a:spcBef>
          <a:spcPts val="1000"/>
        </a:spcBef>
        <a:spcAft>
          <a:spcPts val="0"/>
        </a:spcAft>
        <a:buClrTx/>
        <a:buSzPct val="100000"/>
        <a:buFont typeface="Arial"/>
        <a:buChar char="•"/>
        <a:tabLst/>
        <a:defRPr b="0" baseline="0" cap="none" i="0" spc="0" strike="noStrike" sz="1800" u="none">
          <a:solidFill>
            <a:srgbClr val="1D1D1D"/>
          </a:solidFill>
          <a:uFillTx/>
          <a:latin typeface="Bierstadt"/>
          <a:ea typeface="Bierstadt"/>
          <a:cs typeface="Bierstadt"/>
          <a:sym typeface="Bierstadt"/>
        </a:defRPr>
      </a:lvl1pPr>
      <a:lvl2pPr marL="485775" marR="0" indent="-257175" algn="l" defTabSz="914400" rtl="0" latinLnBrk="0">
        <a:lnSpc>
          <a:spcPct val="120000"/>
        </a:lnSpc>
        <a:spcBef>
          <a:spcPts val="1000"/>
        </a:spcBef>
        <a:spcAft>
          <a:spcPts val="0"/>
        </a:spcAft>
        <a:buClrTx/>
        <a:buSzPct val="100000"/>
        <a:buFont typeface="Arial"/>
        <a:buChar char="•"/>
        <a:tabLst/>
        <a:defRPr b="0" baseline="0" cap="none" i="0" spc="0" strike="noStrike" sz="1800" u="none">
          <a:solidFill>
            <a:srgbClr val="1D1D1D"/>
          </a:solidFill>
          <a:uFillTx/>
          <a:latin typeface="Bierstadt"/>
          <a:ea typeface="Bierstadt"/>
          <a:cs typeface="Bierstadt"/>
          <a:sym typeface="Bierstadt"/>
        </a:defRPr>
      </a:lvl2pPr>
      <a:lvl3pPr marL="751114" marR="0" indent="-293914" algn="l" defTabSz="914400" rtl="0" latinLnBrk="0">
        <a:lnSpc>
          <a:spcPct val="120000"/>
        </a:lnSpc>
        <a:spcBef>
          <a:spcPts val="1000"/>
        </a:spcBef>
        <a:spcAft>
          <a:spcPts val="0"/>
        </a:spcAft>
        <a:buClrTx/>
        <a:buSzPct val="100000"/>
        <a:buFont typeface="Arial"/>
        <a:buChar char="•"/>
        <a:tabLst/>
        <a:defRPr b="0" baseline="0" cap="none" i="0" spc="0" strike="noStrike" sz="1800" u="none">
          <a:solidFill>
            <a:srgbClr val="1D1D1D"/>
          </a:solidFill>
          <a:uFillTx/>
          <a:latin typeface="Bierstadt"/>
          <a:ea typeface="Bierstadt"/>
          <a:cs typeface="Bierstadt"/>
          <a:sym typeface="Bierstadt"/>
        </a:defRPr>
      </a:lvl3pPr>
      <a:lvl4pPr marL="1028700" marR="0" indent="-342900" algn="l" defTabSz="914400" rtl="0" latinLnBrk="0">
        <a:lnSpc>
          <a:spcPct val="120000"/>
        </a:lnSpc>
        <a:spcBef>
          <a:spcPts val="1000"/>
        </a:spcBef>
        <a:spcAft>
          <a:spcPts val="0"/>
        </a:spcAft>
        <a:buClrTx/>
        <a:buSzPct val="100000"/>
        <a:buFont typeface="Arial"/>
        <a:buChar char="•"/>
        <a:tabLst/>
        <a:defRPr b="0" baseline="0" cap="none" i="0" spc="0" strike="noStrike" sz="1800" u="none">
          <a:solidFill>
            <a:srgbClr val="1D1D1D"/>
          </a:solidFill>
          <a:uFillTx/>
          <a:latin typeface="Bierstadt"/>
          <a:ea typeface="Bierstadt"/>
          <a:cs typeface="Bierstadt"/>
          <a:sym typeface="Bierstadt"/>
        </a:defRPr>
      </a:lvl4pPr>
      <a:lvl5pPr marL="1288472" marR="0" indent="-374072" algn="l" defTabSz="914400" rtl="0" latinLnBrk="0">
        <a:lnSpc>
          <a:spcPct val="120000"/>
        </a:lnSpc>
        <a:spcBef>
          <a:spcPts val="1000"/>
        </a:spcBef>
        <a:spcAft>
          <a:spcPts val="0"/>
        </a:spcAft>
        <a:buClrTx/>
        <a:buSzPct val="100000"/>
        <a:buFont typeface="Arial"/>
        <a:buChar char="•"/>
        <a:tabLst/>
        <a:defRPr b="0" baseline="0" cap="none" i="0" spc="0" strike="noStrike" sz="1800" u="none">
          <a:solidFill>
            <a:srgbClr val="1D1D1D"/>
          </a:solidFill>
          <a:uFillTx/>
          <a:latin typeface="Bierstadt"/>
          <a:ea typeface="Bierstadt"/>
          <a:cs typeface="Bierstadt"/>
          <a:sym typeface="Bierstadt"/>
        </a:defRPr>
      </a:lvl5pPr>
      <a:lvl6pPr marL="2514600" marR="0" indent="-228600" algn="l" defTabSz="914400" rtl="0" latinLnBrk="0">
        <a:lnSpc>
          <a:spcPct val="120000"/>
        </a:lnSpc>
        <a:spcBef>
          <a:spcPts val="1000"/>
        </a:spcBef>
        <a:spcAft>
          <a:spcPts val="0"/>
        </a:spcAft>
        <a:buClrTx/>
        <a:buSzPct val="100000"/>
        <a:buFont typeface="Arial"/>
        <a:buChar char="•"/>
        <a:tabLst/>
        <a:defRPr b="0" baseline="0" cap="none" i="0" spc="0" strike="noStrike" sz="1800" u="none">
          <a:solidFill>
            <a:srgbClr val="1D1D1D"/>
          </a:solidFill>
          <a:uFillTx/>
          <a:latin typeface="Bierstadt"/>
          <a:ea typeface="Bierstadt"/>
          <a:cs typeface="Bierstadt"/>
          <a:sym typeface="Bierstadt"/>
        </a:defRPr>
      </a:lvl6pPr>
      <a:lvl7pPr marL="2971800" marR="0" indent="-228600" algn="l" defTabSz="914400" rtl="0" latinLnBrk="0">
        <a:lnSpc>
          <a:spcPct val="120000"/>
        </a:lnSpc>
        <a:spcBef>
          <a:spcPts val="1000"/>
        </a:spcBef>
        <a:spcAft>
          <a:spcPts val="0"/>
        </a:spcAft>
        <a:buClrTx/>
        <a:buSzPct val="100000"/>
        <a:buFont typeface="Arial"/>
        <a:buChar char="•"/>
        <a:tabLst/>
        <a:defRPr b="0" baseline="0" cap="none" i="0" spc="0" strike="noStrike" sz="1800" u="none">
          <a:solidFill>
            <a:srgbClr val="1D1D1D"/>
          </a:solidFill>
          <a:uFillTx/>
          <a:latin typeface="Bierstadt"/>
          <a:ea typeface="Bierstadt"/>
          <a:cs typeface="Bierstadt"/>
          <a:sym typeface="Bierstadt"/>
        </a:defRPr>
      </a:lvl7pPr>
      <a:lvl8pPr marL="3429000" marR="0" indent="-228600" algn="l" defTabSz="914400" rtl="0" latinLnBrk="0">
        <a:lnSpc>
          <a:spcPct val="120000"/>
        </a:lnSpc>
        <a:spcBef>
          <a:spcPts val="1000"/>
        </a:spcBef>
        <a:spcAft>
          <a:spcPts val="0"/>
        </a:spcAft>
        <a:buClrTx/>
        <a:buSzPct val="100000"/>
        <a:buFont typeface="Arial"/>
        <a:buChar char="•"/>
        <a:tabLst/>
        <a:defRPr b="0" baseline="0" cap="none" i="0" spc="0" strike="noStrike" sz="1800" u="none">
          <a:solidFill>
            <a:srgbClr val="1D1D1D"/>
          </a:solidFill>
          <a:uFillTx/>
          <a:latin typeface="Bierstadt"/>
          <a:ea typeface="Bierstadt"/>
          <a:cs typeface="Bierstadt"/>
          <a:sym typeface="Bierstadt"/>
        </a:defRPr>
      </a:lvl8pPr>
      <a:lvl9pPr marL="3886200" marR="0" indent="-228600" algn="l" defTabSz="914400" rtl="0" latinLnBrk="0">
        <a:lnSpc>
          <a:spcPct val="120000"/>
        </a:lnSpc>
        <a:spcBef>
          <a:spcPts val="1000"/>
        </a:spcBef>
        <a:spcAft>
          <a:spcPts val="0"/>
        </a:spcAft>
        <a:buClrTx/>
        <a:buSzPct val="100000"/>
        <a:buFont typeface="Arial"/>
        <a:buChar char="•"/>
        <a:tabLst/>
        <a:defRPr b="0" baseline="0" cap="none" i="0" spc="0" strike="noStrike" sz="1800" u="none">
          <a:solidFill>
            <a:srgbClr val="1D1D1D"/>
          </a:solidFill>
          <a:uFillTx/>
          <a:latin typeface="Bierstadt"/>
          <a:ea typeface="Bierstadt"/>
          <a:cs typeface="Bierstadt"/>
          <a:sym typeface="Bierstadt"/>
        </a:defRPr>
      </a:lvl9pPr>
    </p:bodyStyle>
    <p:otherStyle>
      <a:lvl1pPr marL="0" marR="0" indent="0" algn="ctr" defTabSz="914400" rtl="0" latinLnBrk="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Bierstadt"/>
        </a:defRPr>
      </a:lvl1pPr>
      <a:lvl2pPr marL="0" marR="0" indent="457200" algn="ctr" defTabSz="914400" rtl="0" latinLnBrk="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Bierstadt"/>
        </a:defRPr>
      </a:lvl2pPr>
      <a:lvl3pPr marL="0" marR="0" indent="914400" algn="ctr" defTabSz="914400" rtl="0" latinLnBrk="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Bierstadt"/>
        </a:defRPr>
      </a:lvl3pPr>
      <a:lvl4pPr marL="0" marR="0" indent="1371600" algn="ctr" defTabSz="914400" rtl="0" latinLnBrk="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Bierstadt"/>
        </a:defRPr>
      </a:lvl4pPr>
      <a:lvl5pPr marL="0" marR="0" indent="1828800" algn="ctr" defTabSz="914400" rtl="0" latinLnBrk="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Bierstadt"/>
        </a:defRPr>
      </a:lvl5pPr>
      <a:lvl6pPr marL="0" marR="0" indent="2286000" algn="ctr" defTabSz="914400" rtl="0" latinLnBrk="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Bierstadt"/>
        </a:defRPr>
      </a:lvl6pPr>
      <a:lvl7pPr marL="0" marR="0" indent="2743200" algn="ctr" defTabSz="914400" rtl="0" latinLnBrk="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Bierstadt"/>
        </a:defRPr>
      </a:lvl7pPr>
      <a:lvl8pPr marL="0" marR="0" indent="3200400" algn="ctr" defTabSz="914400" rtl="0" latinLnBrk="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Bierstadt"/>
        </a:defRPr>
      </a:lvl8pPr>
      <a:lvl9pPr marL="0" marR="0" indent="3657600" algn="ctr" defTabSz="914400" rtl="0" latinLnBrk="0">
        <a:lnSpc>
          <a:spcPct val="100000"/>
        </a:lnSpc>
        <a:spcBef>
          <a:spcPts val="0"/>
        </a:spcBef>
        <a:spcAft>
          <a:spcPts val="0"/>
        </a:spcAft>
        <a:buClrTx/>
        <a:buSzTx/>
        <a:buFontTx/>
        <a:buNone/>
        <a:tabLst/>
        <a:defRPr b="1" baseline="0" cap="none" i="0" spc="0" strike="noStrike" sz="1200" u="none">
          <a:solidFill>
            <a:schemeClr val="tx1"/>
          </a:solidFill>
          <a:uFillTx/>
          <a:latin typeface="+mn-lt"/>
          <a:ea typeface="+mn-ea"/>
          <a:cs typeface="+mn-cs"/>
          <a:sym typeface="Bierstad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3" name="Title 3"/>
          <p:cNvSpPr txBox="1"/>
          <p:nvPr>
            <p:ph type="title"/>
          </p:nvPr>
        </p:nvSpPr>
        <p:spPr>
          <a:xfrm>
            <a:off x="457198" y="5012268"/>
            <a:ext cx="9626112" cy="1390331"/>
          </a:xfrm>
          <a:prstGeom prst="rect">
            <a:avLst/>
          </a:prstGeom>
        </p:spPr>
        <p:txBody>
          <a:bodyPr/>
          <a:lstStyle/>
          <a:p>
            <a:pPr/>
            <a:r>
              <a:t>Gaussian Mixture Models (GMM)</a:t>
            </a:r>
          </a:p>
        </p:txBody>
      </p:sp>
      <p:sp>
        <p:nvSpPr>
          <p:cNvPr id="574" name="Subtitle 4"/>
          <p:cNvSpPr txBox="1"/>
          <p:nvPr>
            <p:ph type="body" sz="quarter" idx="1"/>
          </p:nvPr>
        </p:nvSpPr>
        <p:spPr>
          <a:xfrm>
            <a:off x="456772" y="5468042"/>
            <a:ext cx="6400801" cy="591461"/>
          </a:xfrm>
          <a:prstGeom prst="rect">
            <a:avLst/>
          </a:prstGeom>
        </p:spPr>
        <p:txBody>
          <a:bodyPr/>
          <a:lstStyle/>
          <a:p>
            <a:pPr/>
            <a:r>
              <a:t>Presented by Derek Malvin</a:t>
            </a:r>
          </a:p>
        </p:txBody>
      </p:sp>
      <p:sp>
        <p:nvSpPr>
          <p:cNvPr id="575" name="Date Placeholder 4"/>
          <p:cNvSpPr txBox="1"/>
          <p:nvPr/>
        </p:nvSpPr>
        <p:spPr>
          <a:xfrm>
            <a:off x="502918" y="6397585"/>
            <a:ext cx="3952417" cy="365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spcBef>
                <a:spcPts val="600"/>
              </a:spcBef>
              <a:defRPr sz="900">
                <a:solidFill>
                  <a:srgbClr val="1D1D1D"/>
                </a:solidFill>
              </a:defRPr>
            </a:lvl1pPr>
          </a:lstStyle>
          <a:p>
            <a:pPr/>
            <a:r>
              <a:t>6/7/2026</a:t>
            </a:r>
          </a:p>
        </p:txBody>
      </p:sp>
      <p:pic>
        <p:nvPicPr>
          <p:cNvPr id="576" name="Picture 10" descr="Picture 10"/>
          <p:cNvPicPr>
            <a:picLocks noChangeAspect="1"/>
          </p:cNvPicPr>
          <p:nvPr/>
        </p:nvPicPr>
        <p:blipFill>
          <a:blip r:embed="rId3">
            <a:extLst/>
          </a:blip>
          <a:stretch>
            <a:fillRect/>
          </a:stretch>
        </p:blipFill>
        <p:spPr>
          <a:xfrm>
            <a:off x="710368" y="-163796"/>
            <a:ext cx="9375449" cy="5006413"/>
          </a:xfrm>
          <a:prstGeom prst="rect">
            <a:avLst/>
          </a:prstGeom>
          <a:ln w="12700">
            <a:miter lim="400000"/>
          </a:ln>
        </p:spPr>
      </p:pic>
      <p:sp>
        <p:nvSpPr>
          <p:cNvPr id="577" name="Oval 2"/>
          <p:cNvSpPr/>
          <p:nvPr/>
        </p:nvSpPr>
        <p:spPr>
          <a:xfrm>
            <a:off x="389342" y="6496465"/>
            <a:ext cx="789812" cy="177987"/>
          </a:xfrm>
          <a:prstGeom prst="ellipse">
            <a:avLst/>
          </a:prstGeom>
          <a:solidFill>
            <a:srgbClr val="F9FAFA"/>
          </a:solidFill>
          <a:ln w="12700">
            <a:miter lim="400000"/>
          </a:ln>
        </p:spPr>
        <p:txBody>
          <a:bodyPr lIns="45719" rIns="45719" anchor="ctr"/>
          <a:lstStyle/>
          <a:p>
            <a:pPr algn="ctr">
              <a:defRPr>
                <a:solidFill>
                  <a:srgbClr val="EFF0F1"/>
                </a:solidFill>
              </a:defRPr>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1" name="Title 1"/>
          <p:cNvSpPr txBox="1"/>
          <p:nvPr>
            <p:ph type="title"/>
          </p:nvPr>
        </p:nvSpPr>
        <p:spPr>
          <a:xfrm>
            <a:off x="471442" y="5176061"/>
            <a:ext cx="4028616" cy="656817"/>
          </a:xfrm>
          <a:prstGeom prst="rect">
            <a:avLst/>
          </a:prstGeom>
        </p:spPr>
        <p:txBody>
          <a:bodyPr/>
          <a:lstStyle/>
          <a:p>
            <a:pPr/>
            <a:r>
              <a:t>The Problem</a:t>
            </a:r>
          </a:p>
        </p:txBody>
      </p:sp>
      <p:sp>
        <p:nvSpPr>
          <p:cNvPr id="582" name="Text Placeholder 2"/>
          <p:cNvSpPr txBox="1"/>
          <p:nvPr>
            <p:ph type="body" sz="quarter" idx="1"/>
          </p:nvPr>
        </p:nvSpPr>
        <p:spPr>
          <a:xfrm>
            <a:off x="5420455" y="5197426"/>
            <a:ext cx="6400801" cy="1390331"/>
          </a:xfrm>
          <a:prstGeom prst="rect">
            <a:avLst/>
          </a:prstGeom>
        </p:spPr>
        <p:txBody>
          <a:bodyPr/>
          <a:lstStyle/>
          <a:p>
            <a:pPr marL="285750" indent="-285750">
              <a:buSzPct val="100000"/>
              <a:buFont typeface="Arial"/>
              <a:buChar char="•"/>
              <a:defRPr>
                <a:solidFill>
                  <a:srgbClr val="000000"/>
                </a:solidFill>
              </a:defRPr>
            </a:pPr>
            <a:r>
              <a:t>Unlabeled data</a:t>
            </a:r>
          </a:p>
          <a:p>
            <a:pPr marL="285750" indent="-285750">
              <a:buSzPct val="100000"/>
              <a:buFont typeface="Arial"/>
              <a:buChar char="•"/>
              <a:defRPr>
                <a:solidFill>
                  <a:srgbClr val="000000"/>
                </a:solidFill>
              </a:defRPr>
            </a:pPr>
            <a:r>
              <a:t>Potentially multiple groups</a:t>
            </a:r>
          </a:p>
          <a:p>
            <a:pPr marL="285750" indent="-285750">
              <a:buSzPct val="100000"/>
              <a:buFont typeface="Arial"/>
              <a:buChar char="•"/>
              <a:defRPr>
                <a:solidFill>
                  <a:srgbClr val="000000"/>
                </a:solidFill>
              </a:defRPr>
            </a:pPr>
            <a:r>
              <a:t>How do we find them?</a:t>
            </a:r>
          </a:p>
        </p:txBody>
      </p:sp>
      <p:sp>
        <p:nvSpPr>
          <p:cNvPr id="583" name="Date Placeholder 4"/>
          <p:cNvSpPr txBox="1"/>
          <p:nvPr/>
        </p:nvSpPr>
        <p:spPr>
          <a:xfrm>
            <a:off x="502918" y="6397585"/>
            <a:ext cx="3952416" cy="365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spcBef>
                <a:spcPts val="600"/>
              </a:spcBef>
              <a:defRPr sz="900">
                <a:solidFill>
                  <a:srgbClr val="1D1D1D"/>
                </a:solidFill>
              </a:defRPr>
            </a:lvl1pPr>
          </a:lstStyle>
          <a:p>
            <a:pPr/>
            <a:r>
              <a:t>6/7/2026</a:t>
            </a:r>
          </a:p>
        </p:txBody>
      </p:sp>
      <p:pic>
        <p:nvPicPr>
          <p:cNvPr id="584" name="Picture 5" descr="Picture 5"/>
          <p:cNvPicPr>
            <a:picLocks noChangeAspect="1"/>
          </p:cNvPicPr>
          <p:nvPr/>
        </p:nvPicPr>
        <p:blipFill>
          <a:blip r:embed="rId3">
            <a:extLst/>
          </a:blip>
          <a:stretch>
            <a:fillRect/>
          </a:stretch>
        </p:blipFill>
        <p:spPr>
          <a:xfrm>
            <a:off x="469840" y="284327"/>
            <a:ext cx="5611246" cy="4117077"/>
          </a:xfrm>
          <a:prstGeom prst="rect">
            <a:avLst/>
          </a:prstGeom>
          <a:ln w="12700">
            <a:miter lim="400000"/>
          </a:ln>
        </p:spPr>
      </p:pic>
      <p:pic>
        <p:nvPicPr>
          <p:cNvPr id="585" name="Picture 6" descr="Picture 6"/>
          <p:cNvPicPr>
            <a:picLocks noChangeAspect="1"/>
          </p:cNvPicPr>
          <p:nvPr/>
        </p:nvPicPr>
        <p:blipFill>
          <a:blip r:embed="rId4">
            <a:extLst/>
          </a:blip>
          <a:stretch>
            <a:fillRect/>
          </a:stretch>
        </p:blipFill>
        <p:spPr>
          <a:xfrm>
            <a:off x="6424593" y="449237"/>
            <a:ext cx="5399011" cy="3952166"/>
          </a:xfrm>
          <a:prstGeom prst="rect">
            <a:avLst/>
          </a:prstGeom>
          <a:ln w="12700">
            <a:miter lim="400000"/>
          </a:ln>
        </p:spPr>
      </p:pic>
      <p:sp>
        <p:nvSpPr>
          <p:cNvPr id="586" name="Straight Arrow Connector 8"/>
          <p:cNvSpPr/>
          <p:nvPr/>
        </p:nvSpPr>
        <p:spPr>
          <a:xfrm>
            <a:off x="6185645" y="71718"/>
            <a:ext cx="17931" cy="4482353"/>
          </a:xfrm>
          <a:prstGeom prst="line">
            <a:avLst/>
          </a:prstGeom>
          <a:ln w="6350">
            <a:solidFill>
              <a:srgbClr val="090909"/>
            </a:solidFill>
            <a:miter/>
          </a:ln>
        </p:spPr>
        <p:txBody>
          <a:bodyPr lIns="45719" rIns="45719"/>
          <a:lstStyle/>
          <a:p>
            <a:pPr/>
          </a:p>
        </p:txBody>
      </p:sp>
      <p:sp>
        <p:nvSpPr>
          <p:cNvPr id="587" name="Oval 2"/>
          <p:cNvSpPr/>
          <p:nvPr/>
        </p:nvSpPr>
        <p:spPr>
          <a:xfrm>
            <a:off x="389342" y="6496465"/>
            <a:ext cx="789812" cy="177987"/>
          </a:xfrm>
          <a:prstGeom prst="ellipse">
            <a:avLst/>
          </a:prstGeom>
          <a:solidFill>
            <a:srgbClr val="F9FAFA"/>
          </a:solidFill>
          <a:ln w="12700">
            <a:miter lim="400000"/>
          </a:ln>
        </p:spPr>
        <p:txBody>
          <a:bodyPr lIns="45719" rIns="45719" anchor="ctr"/>
          <a:lstStyle/>
          <a:p>
            <a:pPr algn="ctr">
              <a:defRPr>
                <a:solidFill>
                  <a:srgbClr val="EFF0F1"/>
                </a:solidFill>
              </a:defRPr>
            </a:pP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91" name="Picture 4" descr="Picture 4"/>
          <p:cNvPicPr>
            <a:picLocks noChangeAspect="1"/>
          </p:cNvPicPr>
          <p:nvPr/>
        </p:nvPicPr>
        <p:blipFill>
          <a:blip r:embed="rId3">
            <a:extLst/>
          </a:blip>
          <a:stretch>
            <a:fillRect/>
          </a:stretch>
        </p:blipFill>
        <p:spPr>
          <a:xfrm>
            <a:off x="1572336" y="420806"/>
            <a:ext cx="8819867" cy="6016389"/>
          </a:xfrm>
          <a:prstGeom prst="rect">
            <a:avLst/>
          </a:prstGeom>
          <a:ln w="12700">
            <a:miter lim="400000"/>
          </a:ln>
        </p:spPr>
      </p:pic>
      <p:sp>
        <p:nvSpPr>
          <p:cNvPr id="592" name="Title 1"/>
          <p:cNvSpPr txBox="1"/>
          <p:nvPr>
            <p:ph type="title"/>
          </p:nvPr>
        </p:nvSpPr>
        <p:spPr>
          <a:xfrm>
            <a:off x="471442" y="5363879"/>
            <a:ext cx="4028615" cy="656817"/>
          </a:xfrm>
          <a:prstGeom prst="rect">
            <a:avLst/>
          </a:prstGeom>
        </p:spPr>
        <p:txBody>
          <a:bodyPr/>
          <a:lstStyle/>
          <a:p>
            <a:pPr/>
            <a:r>
              <a:t>What is a GMM?</a:t>
            </a:r>
          </a:p>
        </p:txBody>
      </p:sp>
      <p:sp>
        <p:nvSpPr>
          <p:cNvPr id="593" name="Text Placeholder 2"/>
          <p:cNvSpPr txBox="1"/>
          <p:nvPr>
            <p:ph type="body" sz="quarter" idx="1"/>
          </p:nvPr>
        </p:nvSpPr>
        <p:spPr>
          <a:xfrm>
            <a:off x="5270202" y="4993511"/>
            <a:ext cx="6926687" cy="1395697"/>
          </a:xfrm>
          <a:prstGeom prst="rect">
            <a:avLst/>
          </a:prstGeom>
        </p:spPr>
        <p:txBody>
          <a:bodyPr/>
          <a:lstStyle/>
          <a:p>
            <a:pPr>
              <a:lnSpc>
                <a:spcPct val="96000"/>
              </a:lnSpc>
              <a:buSzPct val="100000"/>
              <a:buFont typeface="Helvetica"/>
              <a:buChar char="•"/>
              <a:defRPr sz="1400">
                <a:solidFill>
                  <a:srgbClr val="000000"/>
                </a:solidFill>
              </a:defRPr>
            </a:pPr>
            <a:r>
              <a:t> Gaussian = Bell Curve/Normal Distribution</a:t>
            </a:r>
          </a:p>
          <a:p>
            <a:pPr>
              <a:lnSpc>
                <a:spcPct val="96000"/>
              </a:lnSpc>
              <a:buSzPct val="100000"/>
              <a:buFont typeface="Helvetica"/>
              <a:buChar char="•"/>
              <a:defRPr sz="1400">
                <a:solidFill>
                  <a:srgbClr val="000000"/>
                </a:solidFill>
              </a:defRPr>
            </a:pPr>
            <a:r>
              <a:t> Data is modeled as a mixture of Gaussian distributions</a:t>
            </a:r>
          </a:p>
          <a:p>
            <a:pPr>
              <a:lnSpc>
                <a:spcPct val="96000"/>
              </a:lnSpc>
              <a:buSzPct val="100000"/>
              <a:buFont typeface="Helvetica"/>
              <a:buChar char="•"/>
              <a:defRPr sz="1400">
                <a:solidFill>
                  <a:srgbClr val="000000"/>
                </a:solidFill>
              </a:defRPr>
            </a:pPr>
            <a:r>
              <a:t> Each distribution represents a cluster</a:t>
            </a:r>
          </a:p>
          <a:p>
            <a:pPr>
              <a:lnSpc>
                <a:spcPct val="96000"/>
              </a:lnSpc>
              <a:buSzPct val="100000"/>
              <a:buFont typeface="Helvetica"/>
              <a:buChar char="•"/>
              <a:defRPr sz="1400">
                <a:solidFill>
                  <a:srgbClr val="000000"/>
                </a:solidFill>
              </a:defRPr>
            </a:pPr>
            <a:r>
              <a:t> Observations are assigned probabilities for each cluster</a:t>
            </a:r>
          </a:p>
        </p:txBody>
      </p:sp>
      <p:sp>
        <p:nvSpPr>
          <p:cNvPr id="594" name="Date Placeholder 4"/>
          <p:cNvSpPr txBox="1"/>
          <p:nvPr/>
        </p:nvSpPr>
        <p:spPr>
          <a:xfrm>
            <a:off x="502918" y="6397585"/>
            <a:ext cx="3952417" cy="365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spcBef>
                <a:spcPts val="600"/>
              </a:spcBef>
              <a:defRPr sz="900">
                <a:solidFill>
                  <a:srgbClr val="1D1D1D"/>
                </a:solidFill>
              </a:defRPr>
            </a:lvl1pPr>
          </a:lstStyle>
          <a:p>
            <a:pPr/>
            <a:r>
              <a:t>6/7/2026</a:t>
            </a:r>
          </a:p>
        </p:txBody>
      </p:sp>
      <p:sp>
        <p:nvSpPr>
          <p:cNvPr id="595" name="TextBox 7"/>
          <p:cNvSpPr txBox="1"/>
          <p:nvPr/>
        </p:nvSpPr>
        <p:spPr>
          <a:xfrm>
            <a:off x="3545266" y="1396500"/>
            <a:ext cx="1063105"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Cluster 1</a:t>
            </a:r>
          </a:p>
        </p:txBody>
      </p:sp>
      <p:sp>
        <p:nvSpPr>
          <p:cNvPr id="596" name="TextBox 8"/>
          <p:cNvSpPr txBox="1"/>
          <p:nvPr/>
        </p:nvSpPr>
        <p:spPr>
          <a:xfrm>
            <a:off x="5467754" y="1393721"/>
            <a:ext cx="1024537"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Cluster 2</a:t>
            </a:r>
          </a:p>
        </p:txBody>
      </p:sp>
      <p:sp>
        <p:nvSpPr>
          <p:cNvPr id="597" name="TextBox 9"/>
          <p:cNvSpPr txBox="1"/>
          <p:nvPr/>
        </p:nvSpPr>
        <p:spPr>
          <a:xfrm>
            <a:off x="7509317" y="1391454"/>
            <a:ext cx="1087603"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Cluster 3</a:t>
            </a:r>
          </a:p>
        </p:txBody>
      </p:sp>
      <p:sp>
        <p:nvSpPr>
          <p:cNvPr id="598" name="Oval 3"/>
          <p:cNvSpPr/>
          <p:nvPr/>
        </p:nvSpPr>
        <p:spPr>
          <a:xfrm>
            <a:off x="389342" y="6496465"/>
            <a:ext cx="789812" cy="177987"/>
          </a:xfrm>
          <a:prstGeom prst="ellipse">
            <a:avLst/>
          </a:prstGeom>
          <a:solidFill>
            <a:srgbClr val="F9FAFA"/>
          </a:solidFill>
          <a:ln w="12700">
            <a:miter lim="400000"/>
          </a:ln>
        </p:spPr>
        <p:txBody>
          <a:bodyPr lIns="45719" rIns="45719" anchor="ctr"/>
          <a:lstStyle/>
          <a:p>
            <a:pPr algn="ctr">
              <a:defRPr>
                <a:solidFill>
                  <a:srgbClr val="EFF0F1"/>
                </a:solidFill>
              </a:defRPr>
            </a:pP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2" name="Title 1"/>
          <p:cNvSpPr txBox="1"/>
          <p:nvPr>
            <p:ph type="title"/>
          </p:nvPr>
        </p:nvSpPr>
        <p:spPr>
          <a:xfrm>
            <a:off x="457200" y="839602"/>
            <a:ext cx="3836126" cy="706988"/>
          </a:xfrm>
          <a:prstGeom prst="rect">
            <a:avLst/>
          </a:prstGeom>
        </p:spPr>
        <p:txBody>
          <a:bodyPr/>
          <a:lstStyle/>
          <a:p>
            <a:pPr/>
            <a:r>
              <a:t>Math &amp; Assumptions</a:t>
            </a:r>
          </a:p>
        </p:txBody>
      </p:sp>
      <p:pic>
        <p:nvPicPr>
          <p:cNvPr id="603" name="Picture 3" descr="Picture 3"/>
          <p:cNvPicPr>
            <a:picLocks noChangeAspect="1"/>
          </p:cNvPicPr>
          <p:nvPr/>
        </p:nvPicPr>
        <p:blipFill>
          <a:blip r:embed="rId3">
            <a:extLst/>
          </a:blip>
          <a:stretch>
            <a:fillRect/>
          </a:stretch>
        </p:blipFill>
        <p:spPr>
          <a:xfrm>
            <a:off x="573879" y="2183750"/>
            <a:ext cx="3829849" cy="463826"/>
          </a:xfrm>
          <a:prstGeom prst="rect">
            <a:avLst/>
          </a:prstGeom>
          <a:ln w="12700">
            <a:miter lim="400000"/>
          </a:ln>
        </p:spPr>
      </p:pic>
      <p:sp>
        <p:nvSpPr>
          <p:cNvPr id="604" name="TextBox 4"/>
          <p:cNvSpPr txBox="1"/>
          <p:nvPr/>
        </p:nvSpPr>
        <p:spPr>
          <a:xfrm>
            <a:off x="1256374" y="2278877"/>
            <a:ext cx="193421"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a:t>
            </a:r>
          </a:p>
        </p:txBody>
      </p:sp>
      <p:sp>
        <p:nvSpPr>
          <p:cNvPr id="605" name="TextBox 5"/>
          <p:cNvSpPr txBox="1"/>
          <p:nvPr/>
        </p:nvSpPr>
        <p:spPr>
          <a:xfrm>
            <a:off x="2014717" y="2412065"/>
            <a:ext cx="193935"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a:t>
            </a:r>
          </a:p>
        </p:txBody>
      </p:sp>
      <p:sp>
        <p:nvSpPr>
          <p:cNvPr id="606" name="TextBox 6"/>
          <p:cNvSpPr txBox="1"/>
          <p:nvPr/>
        </p:nvSpPr>
        <p:spPr>
          <a:xfrm>
            <a:off x="629233" y="2814594"/>
            <a:ext cx="3512614" cy="65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Where: </a:t>
            </a:r>
          </a:p>
        </p:txBody>
      </p:sp>
      <p:pic>
        <p:nvPicPr>
          <p:cNvPr id="607" name="Picture 7" descr="Picture 7"/>
          <p:cNvPicPr>
            <a:picLocks noChangeAspect="1"/>
          </p:cNvPicPr>
          <p:nvPr/>
        </p:nvPicPr>
        <p:blipFill>
          <a:blip r:embed="rId4">
            <a:extLst/>
          </a:blip>
          <a:srcRect l="0" t="9896" r="0" b="0"/>
          <a:stretch>
            <a:fillRect/>
          </a:stretch>
        </p:blipFill>
        <p:spPr>
          <a:xfrm>
            <a:off x="6098309" y="799813"/>
            <a:ext cx="4556004" cy="3192161"/>
          </a:xfrm>
          <a:prstGeom prst="rect">
            <a:avLst/>
          </a:prstGeom>
          <a:ln w="12700">
            <a:miter lim="400000"/>
          </a:ln>
        </p:spPr>
      </p:pic>
      <p:sp>
        <p:nvSpPr>
          <p:cNvPr id="608" name="Rectangle: Rounded Corners 9"/>
          <p:cNvSpPr/>
          <p:nvPr/>
        </p:nvSpPr>
        <p:spPr>
          <a:xfrm>
            <a:off x="5630855" y="4526164"/>
            <a:ext cx="1466707" cy="1524001"/>
          </a:xfrm>
          <a:prstGeom prst="roundRect">
            <a:avLst>
              <a:gd name="adj" fmla="val 16667"/>
            </a:avLst>
          </a:prstGeom>
          <a:ln w="12700">
            <a:solidFill>
              <a:srgbClr val="12185A"/>
            </a:solidFill>
            <a:miter/>
          </a:ln>
        </p:spPr>
        <p:txBody>
          <a:bodyPr lIns="45719" rIns="45719" anchor="ctr"/>
          <a:lstStyle/>
          <a:p>
            <a:pPr algn="ctr">
              <a:defRPr>
                <a:solidFill>
                  <a:srgbClr val="FFFFFF"/>
                </a:solidFill>
              </a:defRPr>
            </a:pPr>
          </a:p>
        </p:txBody>
      </p:sp>
      <p:sp>
        <p:nvSpPr>
          <p:cNvPr id="609" name="Rectangle: Rounded Corners 10"/>
          <p:cNvSpPr/>
          <p:nvPr/>
        </p:nvSpPr>
        <p:spPr>
          <a:xfrm>
            <a:off x="7695079" y="4526164"/>
            <a:ext cx="1466707" cy="1524001"/>
          </a:xfrm>
          <a:prstGeom prst="roundRect">
            <a:avLst>
              <a:gd name="adj" fmla="val 16667"/>
            </a:avLst>
          </a:prstGeom>
          <a:ln w="12700">
            <a:solidFill>
              <a:srgbClr val="12185A"/>
            </a:solidFill>
            <a:miter/>
          </a:ln>
        </p:spPr>
        <p:txBody>
          <a:bodyPr lIns="45719" rIns="45719" anchor="ctr"/>
          <a:lstStyle/>
          <a:p>
            <a:pPr algn="ctr">
              <a:defRPr>
                <a:solidFill>
                  <a:srgbClr val="FFFFFF"/>
                </a:solidFill>
              </a:defRPr>
            </a:pPr>
          </a:p>
        </p:txBody>
      </p:sp>
      <p:sp>
        <p:nvSpPr>
          <p:cNvPr id="610" name="Rectangle: Rounded Corners 11"/>
          <p:cNvSpPr/>
          <p:nvPr/>
        </p:nvSpPr>
        <p:spPr>
          <a:xfrm>
            <a:off x="9924213" y="4526164"/>
            <a:ext cx="1466707" cy="1524001"/>
          </a:xfrm>
          <a:prstGeom prst="roundRect">
            <a:avLst>
              <a:gd name="adj" fmla="val 16667"/>
            </a:avLst>
          </a:prstGeom>
          <a:ln w="12700">
            <a:solidFill>
              <a:srgbClr val="12185A"/>
            </a:solidFill>
            <a:miter/>
          </a:ln>
        </p:spPr>
        <p:txBody>
          <a:bodyPr lIns="45719" rIns="45719" anchor="ctr"/>
          <a:lstStyle/>
          <a:p>
            <a:pPr algn="ctr">
              <a:defRPr>
                <a:solidFill>
                  <a:srgbClr val="FFFFFF"/>
                </a:solidFill>
              </a:defRPr>
            </a:pPr>
          </a:p>
        </p:txBody>
      </p:sp>
      <p:sp>
        <p:nvSpPr>
          <p:cNvPr id="611" name="Arrow: Right 12"/>
          <p:cNvSpPr/>
          <p:nvPr/>
        </p:nvSpPr>
        <p:spPr>
          <a:xfrm>
            <a:off x="7196029" y="5202225"/>
            <a:ext cx="423970" cy="171880"/>
          </a:xfrm>
          <a:prstGeom prst="rightArrow">
            <a:avLst>
              <a:gd name="adj1" fmla="val 50000"/>
              <a:gd name="adj2" fmla="val 50000"/>
            </a:avLst>
          </a:prstGeom>
          <a:solidFill>
            <a:schemeClr val="accent1"/>
          </a:solidFill>
          <a:ln w="12700">
            <a:solidFill>
              <a:srgbClr val="12185A"/>
            </a:solidFill>
            <a:miter/>
          </a:ln>
        </p:spPr>
        <p:txBody>
          <a:bodyPr lIns="45719" rIns="45719" anchor="ctr"/>
          <a:lstStyle/>
          <a:p>
            <a:pPr algn="ctr">
              <a:defRPr>
                <a:solidFill>
                  <a:srgbClr val="FFFFFF"/>
                </a:solidFill>
              </a:defRPr>
            </a:pPr>
          </a:p>
        </p:txBody>
      </p:sp>
      <p:sp>
        <p:nvSpPr>
          <p:cNvPr id="612" name="Arrow: Right 13"/>
          <p:cNvSpPr/>
          <p:nvPr/>
        </p:nvSpPr>
        <p:spPr>
          <a:xfrm>
            <a:off x="9334179" y="5202225"/>
            <a:ext cx="423970" cy="171880"/>
          </a:xfrm>
          <a:prstGeom prst="rightArrow">
            <a:avLst>
              <a:gd name="adj1" fmla="val 50000"/>
              <a:gd name="adj2" fmla="val 50000"/>
            </a:avLst>
          </a:prstGeom>
          <a:solidFill>
            <a:schemeClr val="accent1"/>
          </a:solidFill>
          <a:ln w="12700">
            <a:solidFill>
              <a:srgbClr val="12185A"/>
            </a:solidFill>
            <a:miter/>
          </a:ln>
        </p:spPr>
        <p:txBody>
          <a:bodyPr lIns="45719" rIns="45719" anchor="ctr"/>
          <a:lstStyle/>
          <a:p>
            <a:pPr algn="ctr">
              <a:defRPr>
                <a:solidFill>
                  <a:srgbClr val="FFFFFF"/>
                </a:solidFill>
              </a:defRPr>
            </a:pPr>
          </a:p>
        </p:txBody>
      </p:sp>
      <p:sp>
        <p:nvSpPr>
          <p:cNvPr id="613" name="TextBox 14"/>
          <p:cNvSpPr txBox="1"/>
          <p:nvPr/>
        </p:nvSpPr>
        <p:spPr>
          <a:xfrm>
            <a:off x="6571717" y="3994063"/>
            <a:ext cx="3712831"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Expectation-Maximization Workflow</a:t>
            </a:r>
          </a:p>
        </p:txBody>
      </p:sp>
      <p:sp>
        <p:nvSpPr>
          <p:cNvPr id="614" name="TextBox 15"/>
          <p:cNvSpPr txBox="1"/>
          <p:nvPr/>
        </p:nvSpPr>
        <p:spPr>
          <a:xfrm>
            <a:off x="5986215" y="4629379"/>
            <a:ext cx="952788"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E-Step</a:t>
            </a:r>
          </a:p>
        </p:txBody>
      </p:sp>
      <p:sp>
        <p:nvSpPr>
          <p:cNvPr id="615" name="TextBox 17"/>
          <p:cNvSpPr txBox="1"/>
          <p:nvPr/>
        </p:nvSpPr>
        <p:spPr>
          <a:xfrm>
            <a:off x="8050439" y="4629379"/>
            <a:ext cx="871344"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M-Step</a:t>
            </a:r>
          </a:p>
        </p:txBody>
      </p:sp>
      <p:sp>
        <p:nvSpPr>
          <p:cNvPr id="616" name="TextBox 19"/>
          <p:cNvSpPr txBox="1"/>
          <p:nvPr/>
        </p:nvSpPr>
        <p:spPr>
          <a:xfrm>
            <a:off x="5809418" y="5076180"/>
            <a:ext cx="1100260" cy="624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200"/>
            </a:pPr>
            <a:r>
              <a:t>Estimate</a:t>
            </a:r>
          </a:p>
          <a:p>
            <a:pPr algn="ctr">
              <a:defRPr sz="1200"/>
            </a:pPr>
            <a:r>
              <a:t>Cluster </a:t>
            </a:r>
          </a:p>
          <a:p>
            <a:pPr algn="ctr">
              <a:defRPr sz="1200"/>
            </a:pPr>
            <a:r>
              <a:t> Probabilities</a:t>
            </a:r>
          </a:p>
        </p:txBody>
      </p:sp>
      <p:sp>
        <p:nvSpPr>
          <p:cNvPr id="617" name="TextBox 20"/>
          <p:cNvSpPr txBox="1"/>
          <p:nvPr/>
        </p:nvSpPr>
        <p:spPr>
          <a:xfrm>
            <a:off x="7879327" y="5076180"/>
            <a:ext cx="1100260" cy="624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200"/>
            </a:pPr>
            <a:r>
              <a:t>Update </a:t>
            </a:r>
          </a:p>
          <a:p>
            <a:pPr algn="ctr">
              <a:defRPr sz="1200"/>
            </a:pPr>
            <a:r>
              <a:t>Parameters</a:t>
            </a:r>
          </a:p>
          <a:p>
            <a:pPr algn="ctr">
              <a:defRPr sz="1200"/>
            </a:pPr>
            <a:r>
              <a:t>μ, Σ, π</a:t>
            </a:r>
          </a:p>
        </p:txBody>
      </p:sp>
      <p:sp>
        <p:nvSpPr>
          <p:cNvPr id="618" name="TextBox 21"/>
          <p:cNvSpPr txBox="1"/>
          <p:nvPr/>
        </p:nvSpPr>
        <p:spPr>
          <a:xfrm>
            <a:off x="10108462" y="4894210"/>
            <a:ext cx="1100260" cy="802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200"/>
            </a:pPr>
            <a:r>
              <a:t>Repeat </a:t>
            </a:r>
          </a:p>
          <a:p>
            <a:pPr algn="ctr">
              <a:defRPr sz="1200"/>
            </a:pPr>
            <a:r>
              <a:t>Until</a:t>
            </a:r>
          </a:p>
          <a:p>
            <a:pPr algn="ctr">
              <a:defRPr sz="1200"/>
            </a:pPr>
            <a:r>
              <a:t>Clusters Stabilize</a:t>
            </a:r>
          </a:p>
        </p:txBody>
      </p:sp>
      <p:graphicFrame>
        <p:nvGraphicFramePr>
          <p:cNvPr id="619" name="Table 23"/>
          <p:cNvGraphicFramePr/>
          <p:nvPr/>
        </p:nvGraphicFramePr>
        <p:xfrm>
          <a:off x="585715" y="3167416"/>
          <a:ext cx="3062854" cy="1666041"/>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879967"/>
                <a:gridCol w="2182886"/>
              </a:tblGrid>
              <a:tr h="208255">
                <a:tc>
                  <a:txBody>
                    <a:bodyPr/>
                    <a:lstStyle/>
                    <a:p>
                      <a:pPr>
                        <a:defRPr b="0" sz="1800">
                          <a:solidFill>
                            <a:srgbClr val="000000"/>
                          </a:solidFill>
                        </a:defRPr>
                      </a:pPr>
                      <a:r>
                        <a:rPr sz="1200">
                          <a:solidFill>
                            <a:srgbClr val="090909"/>
                          </a:solidFill>
                        </a:rPr>
                        <a:t>x</a:t>
                      </a:r>
                    </a:p>
                  </a:txBody>
                  <a:tcPr marL="45720" marR="45720" marT="45720" marB="45720" anchor="t" anchorCtr="0" horzOverflow="overflow">
                    <a:solidFill>
                      <a:srgbClr val="E9EAFD"/>
                    </a:solidFill>
                  </a:tcPr>
                </a:tc>
                <a:tc>
                  <a:txBody>
                    <a:bodyPr/>
                    <a:lstStyle/>
                    <a:p>
                      <a:pPr algn="l">
                        <a:defRPr b="0" sz="1800">
                          <a:solidFill>
                            <a:srgbClr val="000000"/>
                          </a:solidFill>
                        </a:defRPr>
                      </a:pPr>
                      <a:r>
                        <a:rPr sz="1200">
                          <a:solidFill>
                            <a:srgbClr val="090909"/>
                          </a:solidFill>
                        </a:rPr>
                        <a:t>Data Point</a:t>
                      </a:r>
                    </a:p>
                  </a:txBody>
                  <a:tcPr marL="45720" marR="45720" marT="45720" marB="45720" anchor="t" anchorCtr="0" horzOverflow="overflow">
                    <a:solidFill>
                      <a:srgbClr val="E9EAFD"/>
                    </a:solidFill>
                  </a:tcPr>
                </a:tc>
              </a:tr>
              <a:tr h="208255">
                <a:tc>
                  <a:txBody>
                    <a:bodyPr/>
                    <a:lstStyle/>
                    <a:p>
                      <a:pPr>
                        <a:defRPr sz="1800">
                          <a:solidFill>
                            <a:srgbClr val="000000"/>
                          </a:solidFill>
                        </a:defRPr>
                      </a:pPr>
                      <a:r>
                        <a:rPr sz="1200">
                          <a:solidFill>
                            <a:srgbClr val="090909"/>
                          </a:solidFill>
                        </a:rPr>
                        <a:t>K</a:t>
                      </a:r>
                    </a:p>
                  </a:txBody>
                  <a:tcPr marL="45720" marR="45720" marT="45720" marB="45720" anchor="t" anchorCtr="0" horzOverflow="overflow"/>
                </a:tc>
                <a:tc>
                  <a:txBody>
                    <a:bodyPr/>
                    <a:lstStyle/>
                    <a:p>
                      <a:pPr algn="l">
                        <a:defRPr sz="1800">
                          <a:solidFill>
                            <a:srgbClr val="000000"/>
                          </a:solidFill>
                        </a:defRPr>
                      </a:pPr>
                      <a:r>
                        <a:rPr sz="1200">
                          <a:solidFill>
                            <a:srgbClr val="090909"/>
                          </a:solidFill>
                        </a:rPr>
                        <a:t># of Clusters</a:t>
                      </a:r>
                    </a:p>
                  </a:txBody>
                  <a:tcPr marL="45720" marR="45720" marT="45720" marB="45720" anchor="t" anchorCtr="0" horzOverflow="overflow"/>
                </a:tc>
              </a:tr>
              <a:tr h="208255">
                <a:tc>
                  <a:txBody>
                    <a:bodyPr/>
                    <a:lstStyle/>
                    <a:p>
                      <a:pPr>
                        <a:defRPr sz="1800">
                          <a:solidFill>
                            <a:srgbClr val="000000"/>
                          </a:solidFill>
                        </a:defRPr>
                      </a:pPr>
                      <a:r>
                        <a:rPr sz="1200">
                          <a:solidFill>
                            <a:srgbClr val="090909"/>
                          </a:solidFill>
                        </a:rPr>
                        <a:t>k</a:t>
                      </a:r>
                    </a:p>
                  </a:txBody>
                  <a:tcPr marL="45720" marR="45720" marT="45720" marB="45720" anchor="t" anchorCtr="0" horzOverflow="overflow"/>
                </a:tc>
                <a:tc>
                  <a:txBody>
                    <a:bodyPr/>
                    <a:lstStyle/>
                    <a:p>
                      <a:pPr algn="l">
                        <a:defRPr sz="1800">
                          <a:solidFill>
                            <a:srgbClr val="000000"/>
                          </a:solidFill>
                        </a:defRPr>
                      </a:pPr>
                      <a:r>
                        <a:rPr sz="1200">
                          <a:solidFill>
                            <a:srgbClr val="090909"/>
                          </a:solidFill>
                        </a:rPr>
                        <a:t>Current Cluster</a:t>
                      </a:r>
                    </a:p>
                  </a:txBody>
                  <a:tcPr marL="45720" marR="45720" marT="45720" marB="45720" anchor="t" anchorCtr="0" horzOverflow="overflow">
                    <a:solidFill>
                      <a:srgbClr val="E9EAFD"/>
                    </a:solidFill>
                  </a:tcPr>
                </a:tc>
              </a:tr>
              <a:tr h="208255">
                <a:tc>
                  <a:txBody>
                    <a:bodyPr/>
                    <a:lstStyle/>
                    <a:p>
                      <a:pPr>
                        <a:defRPr sz="1800">
                          <a:solidFill>
                            <a:srgbClr val="000000"/>
                          </a:solidFill>
                        </a:defRPr>
                      </a:pPr>
                      <a:r>
                        <a:rPr sz="1200"/>
                        <a:t>πₖ</a:t>
                      </a:r>
                    </a:p>
                  </a:txBody>
                  <a:tcPr marL="45720" marR="45720" marT="45720" marB="45720" anchor="t" anchorCtr="0" horzOverflow="overflow"/>
                </a:tc>
                <a:tc>
                  <a:txBody>
                    <a:bodyPr/>
                    <a:lstStyle/>
                    <a:p>
                      <a:pPr algn="l">
                        <a:defRPr sz="1800">
                          <a:solidFill>
                            <a:srgbClr val="000000"/>
                          </a:solidFill>
                        </a:defRPr>
                      </a:pPr>
                      <a:r>
                        <a:rPr sz="1200">
                          <a:solidFill>
                            <a:srgbClr val="090909"/>
                          </a:solidFill>
                        </a:rPr>
                        <a:t>Cluster Weight</a:t>
                      </a:r>
                    </a:p>
                  </a:txBody>
                  <a:tcPr marL="45720" marR="45720" marT="45720" marB="45720" anchor="t" anchorCtr="0" horzOverflow="overflow"/>
                </a:tc>
              </a:tr>
              <a:tr h="208255">
                <a:tc>
                  <a:txBody>
                    <a:bodyPr/>
                    <a:lstStyle/>
                    <a:p>
                      <a:pPr>
                        <a:defRPr sz="1800">
                          <a:solidFill>
                            <a:srgbClr val="000000"/>
                          </a:solidFill>
                        </a:defRPr>
                      </a:pPr>
                      <a:r>
                        <a:rPr sz="1200"/>
                        <a:t>μₖ</a:t>
                      </a:r>
                    </a:p>
                  </a:txBody>
                  <a:tcPr marL="45720" marR="45720" marT="45720" marB="45720" anchor="t" anchorCtr="0" horzOverflow="overflow"/>
                </a:tc>
                <a:tc>
                  <a:txBody>
                    <a:bodyPr/>
                    <a:lstStyle/>
                    <a:p>
                      <a:pPr algn="l">
                        <a:defRPr sz="1800">
                          <a:solidFill>
                            <a:srgbClr val="000000"/>
                          </a:solidFill>
                        </a:defRPr>
                      </a:pPr>
                      <a:r>
                        <a:rPr sz="1200">
                          <a:solidFill>
                            <a:srgbClr val="090909"/>
                          </a:solidFill>
                        </a:rPr>
                        <a:t>Cluster Center (Mean)</a:t>
                      </a:r>
                    </a:p>
                  </a:txBody>
                  <a:tcPr marL="45720" marR="45720" marT="45720" marB="45720" anchor="t" anchorCtr="0" horzOverflow="overflow"/>
                </a:tc>
              </a:tr>
              <a:tr h="208255">
                <a:tc>
                  <a:txBody>
                    <a:bodyPr/>
                    <a:lstStyle/>
                    <a:p>
                      <a:pPr>
                        <a:defRPr sz="1800">
                          <a:solidFill>
                            <a:srgbClr val="000000"/>
                          </a:solidFill>
                        </a:defRPr>
                      </a:pPr>
                      <a:r>
                        <a:rPr sz="1200"/>
                        <a:t>Σₖ</a:t>
                      </a:r>
                    </a:p>
                  </a:txBody>
                  <a:tcPr marL="45720" marR="45720" marT="45720" marB="45720" anchor="t" anchorCtr="0" horzOverflow="overflow"/>
                </a:tc>
                <a:tc>
                  <a:txBody>
                    <a:bodyPr/>
                    <a:lstStyle/>
                    <a:p>
                      <a:pPr algn="l">
                        <a:defRPr sz="1800">
                          <a:solidFill>
                            <a:srgbClr val="000000"/>
                          </a:solidFill>
                        </a:defRPr>
                      </a:pPr>
                      <a:r>
                        <a:rPr sz="1200">
                          <a:solidFill>
                            <a:srgbClr val="090909"/>
                          </a:solidFill>
                        </a:rPr>
                        <a:t>Cluster Spread/Shape</a:t>
                      </a:r>
                    </a:p>
                  </a:txBody>
                  <a:tcPr marL="45720" marR="45720" marT="45720" marB="45720" anchor="t" anchorCtr="0" horzOverflow="overflow"/>
                </a:tc>
              </a:tr>
              <a:tr h="208255">
                <a:tc>
                  <a:txBody>
                    <a:bodyPr/>
                    <a:lstStyle/>
                    <a:p>
                      <a:pPr>
                        <a:defRPr sz="1800">
                          <a:solidFill>
                            <a:srgbClr val="000000"/>
                          </a:solidFill>
                        </a:defRPr>
                      </a:pPr>
                      <a:r>
                        <a:rPr sz="1200">
                          <a:solidFill>
                            <a:srgbClr val="090909"/>
                          </a:solidFill>
                        </a:rPr>
                        <a:t>N</a:t>
                      </a:r>
                    </a:p>
                  </a:txBody>
                  <a:tcPr marL="45720" marR="45720" marT="45720" marB="45720" anchor="t" anchorCtr="0" horzOverflow="overflow"/>
                </a:tc>
                <a:tc>
                  <a:txBody>
                    <a:bodyPr/>
                    <a:lstStyle/>
                    <a:p>
                      <a:pPr algn="l">
                        <a:defRPr sz="1800">
                          <a:solidFill>
                            <a:srgbClr val="000000"/>
                          </a:solidFill>
                        </a:defRPr>
                      </a:pPr>
                      <a:r>
                        <a:rPr sz="1200">
                          <a:solidFill>
                            <a:srgbClr val="090909"/>
                          </a:solidFill>
                        </a:rPr>
                        <a:t>Normal Distribution</a:t>
                      </a:r>
                    </a:p>
                  </a:txBody>
                  <a:tcPr marL="45720" marR="45720" marT="45720" marB="45720" anchor="t" anchorCtr="0" horzOverflow="overflow"/>
                </a:tc>
              </a:tr>
              <a:tr h="208255">
                <a:tc>
                  <a:txBody>
                    <a:bodyPr/>
                    <a:lstStyle/>
                    <a:p>
                      <a:pPr>
                        <a:defRPr sz="1800">
                          <a:solidFill>
                            <a:srgbClr val="000000"/>
                          </a:solidFill>
                        </a:defRPr>
                      </a:pPr>
                      <a:r>
                        <a:rPr sz="1200"/>
                        <a:t>p(x)</a:t>
                      </a:r>
                    </a:p>
                  </a:txBody>
                  <a:tcPr marL="45720" marR="45720" marT="45720" marB="45720" anchor="t" anchorCtr="0" horzOverflow="overflow"/>
                </a:tc>
                <a:tc>
                  <a:txBody>
                    <a:bodyPr/>
                    <a:lstStyle/>
                    <a:p>
                      <a:pPr algn="l">
                        <a:defRPr sz="1800">
                          <a:solidFill>
                            <a:srgbClr val="000000"/>
                          </a:solidFill>
                        </a:defRPr>
                      </a:pPr>
                      <a:r>
                        <a:rPr sz="1200">
                          <a:solidFill>
                            <a:srgbClr val="090909"/>
                          </a:solidFill>
                        </a:rPr>
                        <a:t>Probability of Observing x</a:t>
                      </a:r>
                    </a:p>
                  </a:txBody>
                  <a:tcPr marL="45720" marR="45720" marT="45720" marB="45720" anchor="t" anchorCtr="0" horzOverflow="overflow"/>
                </a:tc>
              </a:tr>
            </a:tbl>
          </a:graphicData>
        </a:graphic>
      </p:graphicFrame>
      <p:sp>
        <p:nvSpPr>
          <p:cNvPr id="620" name="TextBox 24"/>
          <p:cNvSpPr txBox="1"/>
          <p:nvPr/>
        </p:nvSpPr>
        <p:spPr>
          <a:xfrm>
            <a:off x="566184" y="5551649"/>
            <a:ext cx="2327457"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Assumptions:</a:t>
            </a:r>
          </a:p>
        </p:txBody>
      </p:sp>
      <p:sp>
        <p:nvSpPr>
          <p:cNvPr id="621" name="TextBox 25"/>
          <p:cNvSpPr txBox="1"/>
          <p:nvPr/>
        </p:nvSpPr>
        <p:spPr>
          <a:xfrm>
            <a:off x="542806" y="5918748"/>
            <a:ext cx="2857783" cy="624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71450" indent="-171450">
              <a:buSzPct val="100000"/>
              <a:buFont typeface="Arial"/>
              <a:buChar char="•"/>
              <a:defRPr sz="1200"/>
            </a:pPr>
            <a:r>
              <a:t>Clusters are Gaussian</a:t>
            </a:r>
          </a:p>
          <a:p>
            <a:pPr marL="171450" indent="-171450">
              <a:buSzPct val="100000"/>
              <a:buFont typeface="Arial"/>
              <a:buChar char="•"/>
              <a:defRPr sz="1200"/>
            </a:pPr>
            <a:r>
              <a:t># of clusters are specified </a:t>
            </a:r>
          </a:p>
          <a:p>
            <a:pPr marL="171450" indent="-171450">
              <a:buSzPct val="100000"/>
              <a:buFont typeface="Arial"/>
              <a:buChar char="•"/>
              <a:defRPr sz="1200"/>
            </a:pPr>
            <a:r>
              <a:t>Observations are independent </a:t>
            </a:r>
          </a:p>
        </p:txBody>
      </p:sp>
      <p:sp>
        <p:nvSpPr>
          <p:cNvPr id="622" name="Straight Arrow Connector 27"/>
          <p:cNvSpPr/>
          <p:nvPr/>
        </p:nvSpPr>
        <p:spPr>
          <a:xfrm flipH="1">
            <a:off x="8565443" y="1162797"/>
            <a:ext cx="1526529" cy="1286851"/>
          </a:xfrm>
          <a:prstGeom prst="line">
            <a:avLst/>
          </a:prstGeom>
          <a:ln w="6350">
            <a:solidFill>
              <a:schemeClr val="accent1"/>
            </a:solidFill>
            <a:miter/>
            <a:tailEnd type="triangle"/>
          </a:ln>
        </p:spPr>
        <p:txBody>
          <a:bodyPr lIns="45719" rIns="45719"/>
          <a:lstStyle/>
          <a:p>
            <a:pPr/>
          </a:p>
        </p:txBody>
      </p:sp>
      <p:sp>
        <p:nvSpPr>
          <p:cNvPr id="623" name="Straight Arrow Connector 28"/>
          <p:cNvSpPr/>
          <p:nvPr/>
        </p:nvSpPr>
        <p:spPr>
          <a:xfrm>
            <a:off x="5771443" y="1523999"/>
            <a:ext cx="747889" cy="606778"/>
          </a:xfrm>
          <a:prstGeom prst="line">
            <a:avLst/>
          </a:prstGeom>
          <a:ln w="6350">
            <a:solidFill>
              <a:schemeClr val="accent1"/>
            </a:solidFill>
            <a:miter/>
            <a:tailEnd type="triangle"/>
          </a:ln>
        </p:spPr>
        <p:txBody>
          <a:bodyPr lIns="45719" rIns="45719"/>
          <a:lstStyle/>
          <a:p>
            <a:pPr/>
          </a:p>
        </p:txBody>
      </p:sp>
      <p:sp>
        <p:nvSpPr>
          <p:cNvPr id="624" name="TextBox 29"/>
          <p:cNvSpPr txBox="1"/>
          <p:nvPr/>
        </p:nvSpPr>
        <p:spPr>
          <a:xfrm>
            <a:off x="10156434" y="839294"/>
            <a:ext cx="2064612"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μ = Cluster Center</a:t>
            </a:r>
          </a:p>
        </p:txBody>
      </p:sp>
      <p:sp>
        <p:nvSpPr>
          <p:cNvPr id="625" name="TextBox 30"/>
          <p:cNvSpPr txBox="1"/>
          <p:nvPr/>
        </p:nvSpPr>
        <p:spPr>
          <a:xfrm>
            <a:off x="4880986" y="1193756"/>
            <a:ext cx="2527329"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Σ = Cluster Spread</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9" name="Title 1"/>
          <p:cNvSpPr txBox="1"/>
          <p:nvPr>
            <p:ph type="title"/>
          </p:nvPr>
        </p:nvSpPr>
        <p:spPr>
          <a:xfrm>
            <a:off x="32297" y="5181806"/>
            <a:ext cx="3659908" cy="669107"/>
          </a:xfrm>
          <a:prstGeom prst="rect">
            <a:avLst/>
          </a:prstGeom>
        </p:spPr>
        <p:txBody>
          <a:bodyPr/>
          <a:lstStyle/>
          <a:p>
            <a:pPr algn="ctr" defTabSz="365760">
              <a:defRPr b="1" sz="1960"/>
            </a:pPr>
            <a:r>
              <a:t>Dataset and</a:t>
            </a:r>
            <a:br/>
            <a:r>
              <a:t>Why GMM? </a:t>
            </a:r>
            <a:br/>
          </a:p>
        </p:txBody>
      </p:sp>
      <p:sp>
        <p:nvSpPr>
          <p:cNvPr id="630" name="Date Placeholder 4"/>
          <p:cNvSpPr txBox="1"/>
          <p:nvPr/>
        </p:nvSpPr>
        <p:spPr>
          <a:xfrm>
            <a:off x="502918" y="6397585"/>
            <a:ext cx="3952417" cy="365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spcBef>
                <a:spcPts val="600"/>
              </a:spcBef>
              <a:defRPr sz="900">
                <a:solidFill>
                  <a:srgbClr val="1D1D1D"/>
                </a:solidFill>
              </a:defRPr>
            </a:lvl1pPr>
          </a:lstStyle>
          <a:p>
            <a:pPr/>
            <a:r>
              <a:t>6/7/2026</a:t>
            </a:r>
          </a:p>
        </p:txBody>
      </p:sp>
      <p:pic>
        <p:nvPicPr>
          <p:cNvPr id="631" name="Picture 3" descr="Picture 3"/>
          <p:cNvPicPr>
            <a:picLocks noChangeAspect="1"/>
          </p:cNvPicPr>
          <p:nvPr/>
        </p:nvPicPr>
        <p:blipFill>
          <a:blip r:embed="rId3">
            <a:extLst/>
          </a:blip>
          <a:stretch>
            <a:fillRect/>
          </a:stretch>
        </p:blipFill>
        <p:spPr>
          <a:xfrm>
            <a:off x="1685031" y="313298"/>
            <a:ext cx="8825553" cy="3791496"/>
          </a:xfrm>
          <a:prstGeom prst="rect">
            <a:avLst/>
          </a:prstGeom>
          <a:ln w="12700">
            <a:miter lim="400000"/>
          </a:ln>
        </p:spPr>
      </p:pic>
      <p:graphicFrame>
        <p:nvGraphicFramePr>
          <p:cNvPr id="632" name="Table 17"/>
          <p:cNvGraphicFramePr/>
          <p:nvPr/>
        </p:nvGraphicFramePr>
        <p:xfrm>
          <a:off x="4211911" y="5198621"/>
          <a:ext cx="3204008" cy="1078376"/>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920521"/>
                <a:gridCol w="2283486"/>
              </a:tblGrid>
              <a:tr h="287547">
                <a:tc>
                  <a:txBody>
                    <a:bodyPr/>
                    <a:lstStyle/>
                    <a:p>
                      <a:pPr>
                        <a:defRPr b="0" sz="1800">
                          <a:solidFill>
                            <a:srgbClr val="000000"/>
                          </a:solidFill>
                        </a:defRPr>
                      </a:pPr>
                      <a:r>
                        <a:rPr sz="1200">
                          <a:solidFill>
                            <a:srgbClr val="090909"/>
                          </a:solidFill>
                        </a:rPr>
                        <a:t>Metric</a:t>
                      </a:r>
                    </a:p>
                  </a:txBody>
                  <a:tcPr marL="45720" marR="45720" marT="45720" marB="45720" anchor="t" anchorCtr="0" horzOverflow="overflow">
                    <a:solidFill>
                      <a:srgbClr val="E9EAFD"/>
                    </a:solidFill>
                  </a:tcPr>
                </a:tc>
                <a:tc>
                  <a:txBody>
                    <a:bodyPr/>
                    <a:lstStyle/>
                    <a:p>
                      <a:pPr>
                        <a:defRPr b="0" sz="1800">
                          <a:solidFill>
                            <a:srgbClr val="000000"/>
                          </a:solidFill>
                        </a:defRPr>
                      </a:pPr>
                      <a:r>
                        <a:rPr sz="1200">
                          <a:solidFill>
                            <a:srgbClr val="090909"/>
                          </a:solidFill>
                        </a:rPr>
                        <a:t>Value</a:t>
                      </a:r>
                    </a:p>
                  </a:txBody>
                  <a:tcPr marL="45720" marR="45720" marT="45720" marB="45720" anchor="t" anchorCtr="0" horzOverflow="overflow">
                    <a:solidFill>
                      <a:srgbClr val="E9EAFD"/>
                    </a:solidFill>
                  </a:tcPr>
                </a:tc>
              </a:tr>
              <a:tr h="197707">
                <a:tc>
                  <a:txBody>
                    <a:bodyPr/>
                    <a:lstStyle/>
                    <a:p>
                      <a:pPr>
                        <a:defRPr sz="1800">
                          <a:solidFill>
                            <a:srgbClr val="000000"/>
                          </a:solidFill>
                        </a:defRPr>
                      </a:pPr>
                      <a:r>
                        <a:rPr sz="1200">
                          <a:solidFill>
                            <a:srgbClr val="090909"/>
                          </a:solidFill>
                        </a:rPr>
                        <a:t>Samples</a:t>
                      </a:r>
                    </a:p>
                  </a:txBody>
                  <a:tcPr marL="45720" marR="45720" marT="45720" marB="45720" anchor="t" anchorCtr="0" horzOverflow="overflow"/>
                </a:tc>
                <a:tc>
                  <a:txBody>
                    <a:bodyPr/>
                    <a:lstStyle/>
                    <a:p>
                      <a:pPr>
                        <a:defRPr sz="1800">
                          <a:solidFill>
                            <a:srgbClr val="000000"/>
                          </a:solidFill>
                        </a:defRPr>
                      </a:pPr>
                      <a:r>
                        <a:rPr sz="1200">
                          <a:solidFill>
                            <a:srgbClr val="090909"/>
                          </a:solidFill>
                        </a:rPr>
                        <a:t>569</a:t>
                      </a:r>
                    </a:p>
                  </a:txBody>
                  <a:tcPr marL="45720" marR="45720" marT="45720" marB="45720" anchor="t" anchorCtr="0" horzOverflow="overflow"/>
                </a:tc>
              </a:tr>
              <a:tr h="197707">
                <a:tc>
                  <a:txBody>
                    <a:bodyPr/>
                    <a:lstStyle/>
                    <a:p>
                      <a:pPr>
                        <a:defRPr sz="1800">
                          <a:solidFill>
                            <a:srgbClr val="000000"/>
                          </a:solidFill>
                        </a:defRPr>
                      </a:pPr>
                      <a:r>
                        <a:rPr sz="1200">
                          <a:solidFill>
                            <a:srgbClr val="090909"/>
                          </a:solidFill>
                        </a:rPr>
                        <a:t>Features</a:t>
                      </a:r>
                    </a:p>
                  </a:txBody>
                  <a:tcPr marL="45720" marR="45720" marT="45720" marB="45720" anchor="t" anchorCtr="0" horzOverflow="overflow"/>
                </a:tc>
                <a:tc>
                  <a:txBody>
                    <a:bodyPr/>
                    <a:lstStyle/>
                    <a:p>
                      <a:pPr>
                        <a:defRPr sz="1800">
                          <a:solidFill>
                            <a:srgbClr val="000000"/>
                          </a:solidFill>
                        </a:defRPr>
                      </a:pPr>
                      <a:r>
                        <a:rPr sz="1200">
                          <a:solidFill>
                            <a:srgbClr val="090909"/>
                          </a:solidFill>
                        </a:rPr>
                        <a:t>30</a:t>
                      </a:r>
                    </a:p>
                  </a:txBody>
                  <a:tcPr marL="45720" marR="45720" marT="45720" marB="45720" anchor="t" anchorCtr="0" horzOverflow="overflow">
                    <a:solidFill>
                      <a:srgbClr val="E9EAFD"/>
                    </a:solidFill>
                  </a:tcPr>
                </a:tc>
              </a:tr>
              <a:tr h="197707">
                <a:tc>
                  <a:txBody>
                    <a:bodyPr/>
                    <a:lstStyle/>
                    <a:p>
                      <a:pPr>
                        <a:defRPr sz="1800">
                          <a:solidFill>
                            <a:srgbClr val="000000"/>
                          </a:solidFill>
                        </a:defRPr>
                      </a:pPr>
                      <a:r>
                        <a:rPr sz="1200"/>
                        <a:t>Benign</a:t>
                      </a:r>
                    </a:p>
                  </a:txBody>
                  <a:tcPr marL="45720" marR="45720" marT="45720" marB="45720" anchor="t" anchorCtr="0" horzOverflow="overflow"/>
                </a:tc>
                <a:tc>
                  <a:txBody>
                    <a:bodyPr/>
                    <a:lstStyle/>
                    <a:p>
                      <a:pPr>
                        <a:defRPr sz="1800">
                          <a:solidFill>
                            <a:srgbClr val="000000"/>
                          </a:solidFill>
                        </a:defRPr>
                      </a:pPr>
                      <a:r>
                        <a:rPr sz="1200">
                          <a:solidFill>
                            <a:srgbClr val="090909"/>
                          </a:solidFill>
                        </a:rPr>
                        <a:t>357</a:t>
                      </a:r>
                    </a:p>
                  </a:txBody>
                  <a:tcPr marL="45720" marR="45720" marT="45720" marB="45720" anchor="t" anchorCtr="0" horzOverflow="overflow"/>
                </a:tc>
              </a:tr>
              <a:tr h="197707">
                <a:tc>
                  <a:txBody>
                    <a:bodyPr/>
                    <a:lstStyle/>
                    <a:p>
                      <a:pPr>
                        <a:defRPr sz="1800">
                          <a:solidFill>
                            <a:srgbClr val="000000"/>
                          </a:solidFill>
                        </a:defRPr>
                      </a:pPr>
                      <a:r>
                        <a:rPr sz="1200"/>
                        <a:t>Malignant</a:t>
                      </a:r>
                    </a:p>
                  </a:txBody>
                  <a:tcPr marL="45720" marR="45720" marT="45720" marB="45720" anchor="t" anchorCtr="0" horzOverflow="overflow"/>
                </a:tc>
                <a:tc>
                  <a:txBody>
                    <a:bodyPr/>
                    <a:lstStyle/>
                    <a:p>
                      <a:pPr>
                        <a:defRPr sz="1800">
                          <a:solidFill>
                            <a:srgbClr val="000000"/>
                          </a:solidFill>
                        </a:defRPr>
                      </a:pPr>
                      <a:r>
                        <a:rPr sz="1200">
                          <a:solidFill>
                            <a:srgbClr val="090909"/>
                          </a:solidFill>
                        </a:rPr>
                        <a:t>212</a:t>
                      </a:r>
                    </a:p>
                  </a:txBody>
                  <a:tcPr marL="45720" marR="45720" marT="45720" marB="45720" anchor="t" anchorCtr="0" horzOverflow="overflow"/>
                </a:tc>
              </a:tr>
            </a:tbl>
          </a:graphicData>
        </a:graphic>
      </p:graphicFrame>
      <p:sp>
        <p:nvSpPr>
          <p:cNvPr id="633" name="TextBox 20"/>
          <p:cNvSpPr txBox="1"/>
          <p:nvPr/>
        </p:nvSpPr>
        <p:spPr>
          <a:xfrm>
            <a:off x="3633583" y="4750436"/>
            <a:ext cx="4353561" cy="370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a:lvl1pPr>
          </a:lstStyle>
          <a:p>
            <a:pPr/>
            <a:r>
              <a:t>Wisconsin Breast Cancer Dataset</a:t>
            </a:r>
          </a:p>
        </p:txBody>
      </p:sp>
      <p:sp>
        <p:nvSpPr>
          <p:cNvPr id="634" name="TextBox 22"/>
          <p:cNvSpPr txBox="1"/>
          <p:nvPr/>
        </p:nvSpPr>
        <p:spPr>
          <a:xfrm>
            <a:off x="7935625" y="5218379"/>
            <a:ext cx="4154319" cy="929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Can GMM identify underlying groups corresponding to benign and malignant tumors?</a:t>
            </a:r>
          </a:p>
        </p:txBody>
      </p:sp>
      <p:sp>
        <p:nvSpPr>
          <p:cNvPr id="635" name="TextBox 24"/>
          <p:cNvSpPr txBox="1"/>
          <p:nvPr/>
        </p:nvSpPr>
        <p:spPr>
          <a:xfrm>
            <a:off x="7763131" y="4747867"/>
            <a:ext cx="4353561"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a:lvl1pPr>
          </a:lstStyle>
          <a:p>
            <a:pPr/>
            <a:r>
              <a:t>Research Question</a:t>
            </a:r>
          </a:p>
        </p:txBody>
      </p:sp>
      <p:sp>
        <p:nvSpPr>
          <p:cNvPr id="636" name="Straight Arrow Connector 2"/>
          <p:cNvSpPr/>
          <p:nvPr/>
        </p:nvSpPr>
        <p:spPr>
          <a:xfrm>
            <a:off x="6931269" y="1714499"/>
            <a:ext cx="146539" cy="674078"/>
          </a:xfrm>
          <a:prstGeom prst="line">
            <a:avLst/>
          </a:prstGeom>
          <a:ln w="6350">
            <a:solidFill>
              <a:schemeClr val="accent1"/>
            </a:solidFill>
            <a:miter/>
            <a:tailEnd type="triangle"/>
          </a:ln>
        </p:spPr>
        <p:txBody>
          <a:bodyPr lIns="45719" rIns="45719"/>
          <a:lstStyle/>
          <a:p>
            <a:pPr/>
          </a:p>
        </p:txBody>
      </p:sp>
      <p:sp>
        <p:nvSpPr>
          <p:cNvPr id="637" name="Straight Arrow Connector 5"/>
          <p:cNvSpPr/>
          <p:nvPr/>
        </p:nvSpPr>
        <p:spPr>
          <a:xfrm flipH="1">
            <a:off x="8373977" y="1572126"/>
            <a:ext cx="745958" cy="818147"/>
          </a:xfrm>
          <a:prstGeom prst="line">
            <a:avLst/>
          </a:prstGeom>
          <a:ln w="6350">
            <a:solidFill>
              <a:schemeClr val="accent1"/>
            </a:solidFill>
            <a:miter/>
            <a:tailEnd type="triangle"/>
          </a:ln>
        </p:spPr>
        <p:txBody>
          <a:bodyPr lIns="45719" rIns="45719"/>
          <a:lstStyle/>
          <a:p>
            <a:pPr/>
          </a:p>
        </p:txBody>
      </p:sp>
      <p:sp>
        <p:nvSpPr>
          <p:cNvPr id="638" name="TextBox 6"/>
          <p:cNvSpPr txBox="1"/>
          <p:nvPr/>
        </p:nvSpPr>
        <p:spPr>
          <a:xfrm>
            <a:off x="6681841" y="1411365"/>
            <a:ext cx="64130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Benign</a:t>
            </a:r>
          </a:p>
        </p:txBody>
      </p:sp>
      <p:sp>
        <p:nvSpPr>
          <p:cNvPr id="639" name="TextBox 7"/>
          <p:cNvSpPr txBox="1"/>
          <p:nvPr/>
        </p:nvSpPr>
        <p:spPr>
          <a:xfrm>
            <a:off x="8817586" y="1282575"/>
            <a:ext cx="931075"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Malignant</a:t>
            </a:r>
          </a:p>
        </p:txBody>
      </p:sp>
      <p:sp>
        <p:nvSpPr>
          <p:cNvPr id="640" name="Slide Number Placeholder 10"/>
          <p:cNvSpPr txBox="1"/>
          <p:nvPr>
            <p:ph type="sldNum" sz="quarter" idx="4294967295"/>
          </p:nvPr>
        </p:nvSpPr>
        <p:spPr>
          <a:xfrm>
            <a:off x="11733163" y="6445528"/>
            <a:ext cx="188898" cy="2692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41" name="Oval 8"/>
          <p:cNvSpPr/>
          <p:nvPr/>
        </p:nvSpPr>
        <p:spPr>
          <a:xfrm>
            <a:off x="389342" y="6496465"/>
            <a:ext cx="789812" cy="177987"/>
          </a:xfrm>
          <a:prstGeom prst="ellipse">
            <a:avLst/>
          </a:prstGeom>
          <a:solidFill>
            <a:srgbClr val="F9FAFA"/>
          </a:solidFill>
          <a:ln w="12700">
            <a:miter lim="400000"/>
          </a:ln>
        </p:spPr>
        <p:txBody>
          <a:bodyPr lIns="45719" rIns="45719" anchor="ctr"/>
          <a:lstStyle/>
          <a:p>
            <a:pPr algn="ctr">
              <a:defRPr>
                <a:solidFill>
                  <a:srgbClr val="EFF0F1"/>
                </a:solidFill>
              </a:defRPr>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5" name="Title 1"/>
          <p:cNvSpPr txBox="1"/>
          <p:nvPr>
            <p:ph type="title"/>
          </p:nvPr>
        </p:nvSpPr>
        <p:spPr>
          <a:xfrm>
            <a:off x="574952" y="760605"/>
            <a:ext cx="7307376" cy="3705696"/>
          </a:xfrm>
          <a:prstGeom prst="rect">
            <a:avLst/>
          </a:prstGeom>
        </p:spPr>
        <p:txBody>
          <a:bodyPr/>
          <a:lstStyle/>
          <a:p>
            <a:pPr marL="157753" indent="-157753" defTabSz="832104">
              <a:defRPr sz="3276"/>
            </a:pPr>
            <a:r>
              <a:t>  </a:t>
            </a:r>
            <a:r>
              <a:rPr b="1" u="sng"/>
              <a:t>AUC</a:t>
            </a:r>
            <a:br>
              <a:rPr b="1" u="sng"/>
            </a:br>
            <a:r>
              <a:t>0.9742  </a:t>
            </a:r>
            <a:br/>
            <a:r>
              <a:rPr b="1" u="sng"/>
              <a:t>Recall / Sensitivity</a:t>
            </a:r>
            <a:br>
              <a:rPr b="1" u="sng"/>
            </a:br>
            <a:r>
              <a:t>Benign : 95.0%</a:t>
            </a:r>
            <a:br/>
            <a:r>
              <a:t>Malignant: 92.5%</a:t>
            </a:r>
            <a:br/>
            <a:br/>
          </a:p>
        </p:txBody>
      </p:sp>
      <p:sp>
        <p:nvSpPr>
          <p:cNvPr id="646" name="Title 1"/>
          <p:cNvSpPr txBox="1"/>
          <p:nvPr/>
        </p:nvSpPr>
        <p:spPr>
          <a:xfrm>
            <a:off x="5100535" y="5534843"/>
            <a:ext cx="1992370" cy="656817"/>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marL="159486" indent="-159486" defTabSz="841247">
              <a:lnSpc>
                <a:spcPct val="90000"/>
              </a:lnSpc>
              <a:defRPr sz="3680">
                <a:solidFill>
                  <a:srgbClr val="1D1D1D"/>
                </a:solidFill>
              </a:defRPr>
            </a:lvl1pPr>
          </a:lstStyle>
          <a:p>
            <a:pPr/>
            <a:r>
              <a:t>Results</a:t>
            </a:r>
          </a:p>
        </p:txBody>
      </p:sp>
      <p:sp>
        <p:nvSpPr>
          <p:cNvPr id="647" name="TextBox 8"/>
          <p:cNvSpPr txBox="1"/>
          <p:nvPr/>
        </p:nvSpPr>
        <p:spPr>
          <a:xfrm>
            <a:off x="5228750" y="761631"/>
            <a:ext cx="5919995" cy="3469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200"/>
            </a:pPr>
            <a:r>
              <a:t>• Strong agreement with known labels</a:t>
            </a:r>
          </a:p>
          <a:p>
            <a:pPr>
              <a:defRPr sz="3200"/>
            </a:pPr>
            <a:r>
              <a:t>• Only 34 of 569 samples differed</a:t>
            </a:r>
          </a:p>
          <a:p>
            <a:pPr>
              <a:defRPr sz="3200"/>
            </a:pPr>
            <a:r>
              <a:t>• Clusters closely matched benign and malignant diagnoses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1" name="Thank You"/>
          <p:cNvSpPr txBox="1"/>
          <p:nvPr>
            <p:ph type="title"/>
          </p:nvPr>
        </p:nvSpPr>
        <p:spPr>
          <a:xfrm>
            <a:off x="3938095" y="1896735"/>
            <a:ext cx="4315810" cy="2354673"/>
          </a:xfrm>
          <a:prstGeom prst="rect">
            <a:avLst/>
          </a:prstGeom>
        </p:spPr>
        <p:txBody>
          <a:bodyPr/>
          <a:lstStyle>
            <a:lvl1pPr>
              <a:defRPr sz="5900"/>
            </a:lvl1pPr>
          </a:lstStyle>
          <a:p>
            <a:pPr/>
            <a:r>
              <a:t>Thank You</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Bevel">
  <a:themeElements>
    <a:clrScheme name="Bevel">
      <a:dk1>
        <a:srgbClr val="090909"/>
      </a:dk1>
      <a:lt1>
        <a:srgbClr val="FFFFFF"/>
      </a:lt1>
      <a:dk2>
        <a:srgbClr val="A7A7A7"/>
      </a:dk2>
      <a:lt2>
        <a:srgbClr val="535353"/>
      </a:lt2>
      <a:accent1>
        <a:srgbClr val="2A38D5"/>
      </a:accent1>
      <a:accent2>
        <a:srgbClr val="F15928"/>
      </a:accent2>
      <a:accent3>
        <a:srgbClr val="00B4E6"/>
      </a:accent3>
      <a:accent4>
        <a:srgbClr val="0372FF"/>
      </a:accent4>
      <a:accent5>
        <a:srgbClr val="9196F3"/>
      </a:accent5>
      <a:accent6>
        <a:srgbClr val="90A0AD"/>
      </a:accent6>
      <a:hlink>
        <a:srgbClr val="0000FF"/>
      </a:hlink>
      <a:folHlink>
        <a:srgbClr val="FF00FF"/>
      </a:folHlink>
    </a:clrScheme>
    <a:fontScheme name="Bevel">
      <a:majorFont>
        <a:latin typeface="Helvetica"/>
        <a:ea typeface="Helvetica"/>
        <a:cs typeface="Helvetica"/>
      </a:majorFont>
      <a:minorFont>
        <a:latin typeface="Aptos"/>
        <a:ea typeface="Aptos"/>
        <a:cs typeface="Aptos"/>
      </a:minorFont>
    </a:fontScheme>
    <a:fmtScheme name="Beve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90909"/>
            </a:solidFill>
            <a:effectLst/>
            <a:uFillTx/>
            <a:latin typeface="Bierstadt"/>
            <a:ea typeface="Bierstadt"/>
            <a:cs typeface="Bierstadt"/>
            <a:sym typeface="Bierstad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90909"/>
            </a:solidFill>
            <a:effectLst/>
            <a:uFillTx/>
            <a:latin typeface="Bierstadt"/>
            <a:ea typeface="Bierstadt"/>
            <a:cs typeface="Bierstadt"/>
            <a:sym typeface="Bierstad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Bevel">
  <a:themeElements>
    <a:clrScheme name="Bevel">
      <a:dk1>
        <a:srgbClr val="000000"/>
      </a:dk1>
      <a:lt1>
        <a:srgbClr val="FFFFFF"/>
      </a:lt1>
      <a:dk2>
        <a:srgbClr val="A7A7A7"/>
      </a:dk2>
      <a:lt2>
        <a:srgbClr val="535353"/>
      </a:lt2>
      <a:accent1>
        <a:srgbClr val="2A38D5"/>
      </a:accent1>
      <a:accent2>
        <a:srgbClr val="F15928"/>
      </a:accent2>
      <a:accent3>
        <a:srgbClr val="00B4E6"/>
      </a:accent3>
      <a:accent4>
        <a:srgbClr val="0372FF"/>
      </a:accent4>
      <a:accent5>
        <a:srgbClr val="9196F3"/>
      </a:accent5>
      <a:accent6>
        <a:srgbClr val="90A0AD"/>
      </a:accent6>
      <a:hlink>
        <a:srgbClr val="0000FF"/>
      </a:hlink>
      <a:folHlink>
        <a:srgbClr val="FF00FF"/>
      </a:folHlink>
    </a:clrScheme>
    <a:fontScheme name="Bevel">
      <a:majorFont>
        <a:latin typeface="Helvetica"/>
        <a:ea typeface="Helvetica"/>
        <a:cs typeface="Helvetica"/>
      </a:majorFont>
      <a:minorFont>
        <a:latin typeface="Aptos"/>
        <a:ea typeface="Aptos"/>
        <a:cs typeface="Aptos"/>
      </a:minorFont>
    </a:fontScheme>
    <a:fmtScheme name="Beve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90909"/>
            </a:solidFill>
            <a:effectLst/>
            <a:uFillTx/>
            <a:latin typeface="Bierstadt"/>
            <a:ea typeface="Bierstadt"/>
            <a:cs typeface="Bierstadt"/>
            <a:sym typeface="Bierstad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90909"/>
            </a:solidFill>
            <a:effectLst/>
            <a:uFillTx/>
            <a:latin typeface="Bierstadt"/>
            <a:ea typeface="Bierstadt"/>
            <a:cs typeface="Bierstadt"/>
            <a:sym typeface="Bierstad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